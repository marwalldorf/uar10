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395" r:id="rId2"/>
    <p:sldId id="397" r:id="rId3"/>
    <p:sldId id="398" r:id="rId4"/>
    <p:sldId id="321" r:id="rId5"/>
    <p:sldId id="392" r:id="rId6"/>
    <p:sldId id="393" r:id="rId7"/>
    <p:sldId id="394" r:id="rId8"/>
    <p:sldId id="396" r:id="rId9"/>
  </p:sldIdLst>
  <p:sldSz cx="24384000" cy="13716000"/>
  <p:notesSz cx="9144000" cy="6858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C9324A95-C179-42B0-88B6-91656287D470}">
          <p14:sldIdLst>
            <p14:sldId id="395"/>
            <p14:sldId id="397"/>
            <p14:sldId id="398"/>
            <p14:sldId id="321"/>
            <p14:sldId id="392"/>
            <p14:sldId id="393"/>
            <p14:sldId id="394"/>
            <p14:sldId id="3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C8E"/>
    <a:srgbClr val="0B294C"/>
    <a:srgbClr val="FBBA00"/>
    <a:srgbClr val="535353"/>
    <a:srgbClr val="087F7F"/>
    <a:srgbClr val="DCDDDF"/>
    <a:srgbClr val="7F7F7F"/>
    <a:srgbClr val="19A6CD"/>
    <a:srgbClr val="00B050"/>
    <a:srgbClr val="1BB3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71" autoAdjust="0"/>
    <p:restoredTop sz="94678" autoAdjust="0"/>
  </p:normalViewPr>
  <p:slideViewPr>
    <p:cSldViewPr snapToGrid="0" showGuides="1">
      <p:cViewPr varScale="1">
        <p:scale>
          <a:sx n="76" d="100"/>
          <a:sy n="76" d="100"/>
        </p:scale>
        <p:origin x="960" y="132"/>
      </p:cViewPr>
      <p:guideLst/>
    </p:cSldViewPr>
  </p:slideViewPr>
  <p:outlineViewPr>
    <p:cViewPr>
      <p:scale>
        <a:sx n="33" d="100"/>
        <a:sy n="33" d="100"/>
      </p:scale>
      <p:origin x="0" y="-45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7696"/>
    </p:cViewPr>
  </p:sorterViewPr>
  <p:notesViewPr>
    <p:cSldViewPr snapToGrid="0" showGuides="1">
      <p:cViewPr varScale="1">
        <p:scale>
          <a:sx n="165" d="100"/>
          <a:sy n="165" d="100"/>
        </p:scale>
        <p:origin x="2892" y="12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ymbol zastępczy stopki 5"/>
          <p:cNvSpPr>
            <a:spLocks noGrp="1"/>
          </p:cNvSpPr>
          <p:nvPr>
            <p:ph type="ftr" sz="quarter" idx="2"/>
          </p:nvPr>
        </p:nvSpPr>
        <p:spPr>
          <a:xfrm>
            <a:off x="645042" y="5314550"/>
            <a:ext cx="7861005" cy="3440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27524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CBC42-6563-49C0-9AB0-0B46679F5AB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DD579-49B2-4848-8B9E-FAC72A3B8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8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45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C1C5-88EC-8846-E352-AD4AAEB03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D89F3-104E-22E3-6950-0EEF3B565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C61BB-DC10-768C-C4B5-D3B88D706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37FAC-E054-EA16-6E15-7471E2E2E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57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335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-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5435600" y="3057525"/>
            <a:ext cx="13512800" cy="7600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788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312400" y="3057525"/>
            <a:ext cx="12395200" cy="7600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987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Full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4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Welcome Mess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3115447" y="3529906"/>
            <a:ext cx="6778196" cy="66561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794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About U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257490" y="3513538"/>
            <a:ext cx="3128210" cy="3128210"/>
          </a:xfrm>
          <a:custGeom>
            <a:avLst/>
            <a:gdLst>
              <a:gd name="connsiteX0" fmla="*/ 1564105 w 3128210"/>
              <a:gd name="connsiteY0" fmla="*/ 0 h 3128210"/>
              <a:gd name="connsiteX1" fmla="*/ 3128210 w 3128210"/>
              <a:gd name="connsiteY1" fmla="*/ 1564105 h 3128210"/>
              <a:gd name="connsiteX2" fmla="*/ 1564105 w 3128210"/>
              <a:gd name="connsiteY2" fmla="*/ 3128210 h 3128210"/>
              <a:gd name="connsiteX3" fmla="*/ 0 w 3128210"/>
              <a:gd name="connsiteY3" fmla="*/ 1564105 h 3128210"/>
              <a:gd name="connsiteX4" fmla="*/ 1564105 w 3128210"/>
              <a:gd name="connsiteY4" fmla="*/ 0 h 3128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8210" h="3128210">
                <a:moveTo>
                  <a:pt x="1564105" y="0"/>
                </a:moveTo>
                <a:cubicBezTo>
                  <a:pt x="2427936" y="0"/>
                  <a:pt x="3128210" y="700274"/>
                  <a:pt x="3128210" y="1564105"/>
                </a:cubicBezTo>
                <a:cubicBezTo>
                  <a:pt x="3128210" y="2427936"/>
                  <a:pt x="2427936" y="3128210"/>
                  <a:pt x="1564105" y="3128210"/>
                </a:cubicBezTo>
                <a:cubicBezTo>
                  <a:pt x="700274" y="3128210"/>
                  <a:pt x="0" y="2427936"/>
                  <a:pt x="0" y="1564105"/>
                </a:cubicBezTo>
                <a:cubicBezTo>
                  <a:pt x="0" y="700274"/>
                  <a:pt x="700274" y="0"/>
                  <a:pt x="1564105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804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-Company TImelin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100109" y="4910963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78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-Company TImelin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100109" y="1646238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10100109" y="6785061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674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-Company TImelin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10100109" y="4091055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71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-Our Suc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2649200" y="5354283"/>
            <a:ext cx="10058400" cy="67123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84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Our Dedicated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9890564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219976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6549388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9878800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9890564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3219976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6549388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19878800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025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-Meet the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957996" y="2850917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850089" y="596531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8742182" y="2850917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978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-Meet the Team Expe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679516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710848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8742179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200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-Meet the Crew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2827294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8132257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3437220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9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8742182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570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-Our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2827294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7844476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2861661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7878845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01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-Slide with Two Narrow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7733492" y="1646238"/>
            <a:ext cx="4974107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2551343" y="1646238"/>
            <a:ext cx="4974107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755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-Digital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7418145" y="1646238"/>
            <a:ext cx="5492541" cy="599304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0" y="6073540"/>
            <a:ext cx="5492541" cy="599304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676400" y="1646238"/>
            <a:ext cx="5492541" cy="42152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7418144" y="7851385"/>
            <a:ext cx="5492541" cy="42152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720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-Design Pro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0"/>
            <a:ext cx="6024607" cy="13716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745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-Design &amp; Pri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9020548" y="1756"/>
            <a:ext cx="6663989" cy="1005664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043611" y="3659356"/>
            <a:ext cx="6663989" cy="1005664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419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-Photograph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1646238"/>
            <a:ext cx="21031201" cy="12069762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939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-Our Studi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19900" cy="13716000"/>
          </a:xfrm>
          <a:custGeom>
            <a:avLst/>
            <a:gdLst>
              <a:gd name="connsiteX0" fmla="*/ 0 w 6819900"/>
              <a:gd name="connsiteY0" fmla="*/ 0 h 13716000"/>
              <a:gd name="connsiteX1" fmla="*/ 6819900 w 6819900"/>
              <a:gd name="connsiteY1" fmla="*/ 0 h 13716000"/>
              <a:gd name="connsiteX2" fmla="*/ 6819900 w 6819900"/>
              <a:gd name="connsiteY2" fmla="*/ 13716000 h 13716000"/>
              <a:gd name="connsiteX3" fmla="*/ 0 w 6819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13716000">
                <a:moveTo>
                  <a:pt x="0" y="0"/>
                </a:moveTo>
                <a:lnTo>
                  <a:pt x="6819900" y="0"/>
                </a:lnTo>
                <a:lnTo>
                  <a:pt x="6819900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7115946" y="0"/>
            <a:ext cx="6819900" cy="6709978"/>
          </a:xfrm>
          <a:custGeom>
            <a:avLst/>
            <a:gdLst>
              <a:gd name="connsiteX0" fmla="*/ 0 w 6819900"/>
              <a:gd name="connsiteY0" fmla="*/ 0 h 6709978"/>
              <a:gd name="connsiteX1" fmla="*/ 6819900 w 6819900"/>
              <a:gd name="connsiteY1" fmla="*/ 0 h 6709978"/>
              <a:gd name="connsiteX2" fmla="*/ 6819900 w 6819900"/>
              <a:gd name="connsiteY2" fmla="*/ 6709978 h 6709978"/>
              <a:gd name="connsiteX3" fmla="*/ 0 w 6819900"/>
              <a:gd name="connsiteY3" fmla="*/ 6709978 h 670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6709978">
                <a:moveTo>
                  <a:pt x="0" y="0"/>
                </a:moveTo>
                <a:lnTo>
                  <a:pt x="6819900" y="0"/>
                </a:lnTo>
                <a:lnTo>
                  <a:pt x="6819900" y="6709978"/>
                </a:lnTo>
                <a:lnTo>
                  <a:pt x="0" y="670997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7115946" y="7000240"/>
            <a:ext cx="6819900" cy="6715760"/>
          </a:xfrm>
          <a:custGeom>
            <a:avLst/>
            <a:gdLst>
              <a:gd name="connsiteX0" fmla="*/ 0 w 6819900"/>
              <a:gd name="connsiteY0" fmla="*/ 0 h 6715760"/>
              <a:gd name="connsiteX1" fmla="*/ 6819900 w 6819900"/>
              <a:gd name="connsiteY1" fmla="*/ 0 h 6715760"/>
              <a:gd name="connsiteX2" fmla="*/ 6819900 w 6819900"/>
              <a:gd name="connsiteY2" fmla="*/ 6715760 h 6715760"/>
              <a:gd name="connsiteX3" fmla="*/ 0 w 6819900"/>
              <a:gd name="connsiteY3" fmla="*/ 6715760 h 671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6715760">
                <a:moveTo>
                  <a:pt x="0" y="0"/>
                </a:moveTo>
                <a:lnTo>
                  <a:pt x="6819900" y="0"/>
                </a:lnTo>
                <a:lnTo>
                  <a:pt x="6819900" y="6715760"/>
                </a:lnTo>
                <a:lnTo>
                  <a:pt x="0" y="671576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94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-Customer Testemonial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2827293" y="737318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3775555" y="737318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3775555" y="164623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057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-Slide with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1933407" y="1646238"/>
            <a:ext cx="10774194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82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-Slide with Lef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1646238"/>
            <a:ext cx="9229021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540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-Our 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4688151" y="1646238"/>
            <a:ext cx="8019449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182275" y="5871411"/>
            <a:ext cx="6159501" cy="39280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663700" y="8170991"/>
            <a:ext cx="6159501" cy="39280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4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-Photo Gallery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1646238"/>
            <a:ext cx="10411881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9" y="1646238"/>
            <a:ext cx="10411881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757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-Photo Gallery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6962268"/>
            <a:ext cx="1041188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9" y="1646238"/>
            <a:ext cx="1041188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767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-Photo Gallery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5835489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8755944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534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-Photo Gallery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8755945" y="1646238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5835489" y="6962269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0" y="6962269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724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-Photo Gallery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7605376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2295719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6986058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676398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140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-Photo Gallery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7" y="1646238"/>
            <a:ext cx="10411883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676401" y="1646238"/>
            <a:ext cx="10411883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5835489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8755945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882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-Photo Gallery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5835488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8755944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5835488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8755944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9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676401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501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-Photo Gallery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6872112" cy="42712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676401" y="6155450"/>
            <a:ext cx="6872112" cy="588867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5835488" y="1646236"/>
            <a:ext cx="6872112" cy="588867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5835488" y="7772842"/>
            <a:ext cx="6872112" cy="42712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8735292" y="1646236"/>
            <a:ext cx="6872112" cy="1039789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548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-Photo Gallery Slide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7605376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2295717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6986059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9"/>
          </p:nvPr>
        </p:nvSpPr>
        <p:spPr>
          <a:xfrm>
            <a:off x="1676401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6"/>
          <p:cNvSpPr>
            <a:spLocks noGrp="1"/>
          </p:cNvSpPr>
          <p:nvPr>
            <p:ph type="pic" sz="quarter" idx="20"/>
          </p:nvPr>
        </p:nvSpPr>
        <p:spPr>
          <a:xfrm>
            <a:off x="17605376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9" name="Picture Placeholder 26"/>
          <p:cNvSpPr>
            <a:spLocks noGrp="1"/>
          </p:cNvSpPr>
          <p:nvPr>
            <p:ph type="pic" sz="quarter" idx="21"/>
          </p:nvPr>
        </p:nvSpPr>
        <p:spPr>
          <a:xfrm>
            <a:off x="12295717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0" name="Picture Placeholder 26"/>
          <p:cNvSpPr>
            <a:spLocks noGrp="1"/>
          </p:cNvSpPr>
          <p:nvPr>
            <p:ph type="pic" sz="quarter" idx="22"/>
          </p:nvPr>
        </p:nvSpPr>
        <p:spPr>
          <a:xfrm>
            <a:off x="6986059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83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-Portfolio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 userDrawn="1">
            <p:ph type="pic" sz="quarter" idx="10"/>
          </p:nvPr>
        </p:nvSpPr>
        <p:spPr>
          <a:xfrm>
            <a:off x="14464580" y="5660195"/>
            <a:ext cx="7868996" cy="49317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 userDrawn="1">
            <p:ph type="pic" sz="quarter" idx="11"/>
          </p:nvPr>
        </p:nvSpPr>
        <p:spPr>
          <a:xfrm>
            <a:off x="11118103" y="5023564"/>
            <a:ext cx="3452330" cy="461256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 userDrawn="1">
            <p:ph type="pic" sz="quarter" idx="12"/>
          </p:nvPr>
        </p:nvSpPr>
        <p:spPr>
          <a:xfrm>
            <a:off x="9967142" y="8106820"/>
            <a:ext cx="1487487" cy="263150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678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-Mobile App in The Ha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846551" y="2578101"/>
            <a:ext cx="3177116" cy="560705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bg1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bg1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4" name="TextBox 10"/>
          <p:cNvSpPr txBox="1"/>
          <p:nvPr userDrawn="1"/>
        </p:nvSpPr>
        <p:spPr>
          <a:xfrm>
            <a:off x="481263" y="68103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8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-Project Showcas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6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6847909" y="4374834"/>
            <a:ext cx="10688251" cy="67046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18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-App Featur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2366433" y="2927350"/>
            <a:ext cx="4444999" cy="78613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97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-App in Wat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414002" y="4572000"/>
            <a:ext cx="3718558" cy="465751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739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-App Design Mocku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020301" y="2929467"/>
            <a:ext cx="4444999" cy="78613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064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-Portfolio in Macboo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3623446" y="3017672"/>
            <a:ext cx="11057753" cy="69264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137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-Macbook &amp; iPhone Mocku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-1460500" y="3395133"/>
            <a:ext cx="10024533" cy="62568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7736177" y="6424082"/>
            <a:ext cx="3270490" cy="578485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46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-Web Design &amp; Develop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 userDrawn="1">
            <p:ph type="pic" sz="quarter" idx="10"/>
          </p:nvPr>
        </p:nvSpPr>
        <p:spPr>
          <a:xfrm>
            <a:off x="14291326" y="2840682"/>
            <a:ext cx="7868996" cy="49317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 userDrawn="1">
            <p:ph type="pic" sz="quarter" idx="11"/>
          </p:nvPr>
        </p:nvSpPr>
        <p:spPr>
          <a:xfrm>
            <a:off x="13159194" y="5839572"/>
            <a:ext cx="3452330" cy="461256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 userDrawn="1">
            <p:ph type="pic" sz="quarter" idx="12"/>
          </p:nvPr>
        </p:nvSpPr>
        <p:spPr>
          <a:xfrm>
            <a:off x="12012678" y="8920766"/>
            <a:ext cx="1487487" cy="263150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61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-Portfolio in iMa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1440160" y="2557432"/>
            <a:ext cx="10480040" cy="631351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87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-Portfolio in iPhon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8513233" y="60811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3686084" y="43666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8722109" y="26521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656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ostokąt 9"/>
          <p:cNvSpPr/>
          <p:nvPr userDrawn="1"/>
        </p:nvSpPr>
        <p:spPr>
          <a:xfrm>
            <a:off x="0" y="12079288"/>
            <a:ext cx="24384000" cy="16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/>
          <p:cNvSpPr txBox="1"/>
          <p:nvPr userDrawn="1"/>
        </p:nvSpPr>
        <p:spPr>
          <a:xfrm>
            <a:off x="16836424" y="12612289"/>
            <a:ext cx="70986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spc="600" dirty="0">
                <a:solidFill>
                  <a:srgbClr val="154C8E"/>
                </a:solidFill>
                <a:latin typeface="Barlow SCK SemiBold" panose="00000706000000000000" pitchFamily="50" charset="-18"/>
              </a:rPr>
              <a:t>CURABITUR</a:t>
            </a:r>
            <a:r>
              <a:rPr lang="pl-PL" sz="3000" spc="600" dirty="0">
                <a:solidFill>
                  <a:srgbClr val="154C8E"/>
                </a:solidFill>
                <a:latin typeface="Barlow SCK SemiBold" panose="00000706000000000000" pitchFamily="50" charset="-18"/>
              </a:rPr>
              <a:t> PULVINAR QUAM</a:t>
            </a:r>
          </a:p>
        </p:txBody>
      </p:sp>
      <p:pic>
        <p:nvPicPr>
          <p:cNvPr id="17" name="Obraz 16"/>
          <p:cNvPicPr>
            <a:picLocks noChangeAspect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226" y="12272895"/>
            <a:ext cx="3334313" cy="123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7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709" r:id="rId2"/>
    <p:sldLayoutId id="2147483710" r:id="rId3"/>
    <p:sldLayoutId id="2147483682" r:id="rId4"/>
    <p:sldLayoutId id="2147483691" r:id="rId5"/>
    <p:sldLayoutId id="2147483693" r:id="rId6"/>
    <p:sldLayoutId id="2147483713" r:id="rId7"/>
    <p:sldLayoutId id="2147483714" r:id="rId8"/>
    <p:sldLayoutId id="2147483715" r:id="rId9"/>
    <p:sldLayoutId id="2147483730" r:id="rId10"/>
    <p:sldLayoutId id="2147483707" r:id="rId11"/>
    <p:sldLayoutId id="2147483705" r:id="rId12"/>
    <p:sldLayoutId id="2147483712" r:id="rId13"/>
    <p:sldLayoutId id="2147483706" r:id="rId14"/>
    <p:sldLayoutId id="2147483719" r:id="rId15"/>
    <p:sldLayoutId id="2147483716" r:id="rId16"/>
    <p:sldLayoutId id="2147483718" r:id="rId17"/>
    <p:sldLayoutId id="2147483708" r:id="rId18"/>
    <p:sldLayoutId id="2147483692" r:id="rId19"/>
    <p:sldLayoutId id="2147483690" r:id="rId20"/>
    <p:sldLayoutId id="2147483686" r:id="rId21"/>
    <p:sldLayoutId id="2147483720" r:id="rId22"/>
    <p:sldLayoutId id="2147483685" r:id="rId23"/>
    <p:sldLayoutId id="2147483684" r:id="rId24"/>
    <p:sldLayoutId id="2147483689" r:id="rId25"/>
    <p:sldLayoutId id="2147483722" r:id="rId26"/>
    <p:sldLayoutId id="2147483723" r:id="rId27"/>
    <p:sldLayoutId id="2147483721" r:id="rId28"/>
    <p:sldLayoutId id="2147483725" r:id="rId29"/>
    <p:sldLayoutId id="2147483724" r:id="rId30"/>
    <p:sldLayoutId id="2147483726" r:id="rId31"/>
    <p:sldLayoutId id="2147483727" r:id="rId32"/>
    <p:sldLayoutId id="2147483728" r:id="rId33"/>
    <p:sldLayoutId id="2147483729" r:id="rId34"/>
    <p:sldLayoutId id="2147483697" r:id="rId35"/>
    <p:sldLayoutId id="2147483704" r:id="rId36"/>
    <p:sldLayoutId id="2147483702" r:id="rId37"/>
    <p:sldLayoutId id="2147483701" r:id="rId38"/>
    <p:sldLayoutId id="2147483700" r:id="rId39"/>
    <p:sldLayoutId id="2147483699" r:id="rId40"/>
    <p:sldLayoutId id="2147483694" r:id="rId41"/>
    <p:sldLayoutId id="2147483698" r:id="rId42"/>
    <p:sldLayoutId id="2147483717" r:id="rId43"/>
    <p:sldLayoutId id="2147483695" r:id="rId44"/>
    <p:sldLayoutId id="2147483696" r:id="rId45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0">
          <p15:clr>
            <a:srgbClr val="F26B43"/>
          </p15:clr>
        </p15:guide>
        <p15:guide id="3" orient="horz" pos="1031">
          <p15:clr>
            <a:srgbClr val="F26B43"/>
          </p15:clr>
        </p15:guide>
        <p15:guide id="4" pos="1012">
          <p15:clr>
            <a:srgbClr val="F26B43"/>
          </p15:clr>
        </p15:guide>
        <p15:guide id="5" pos="14348">
          <p15:clr>
            <a:srgbClr val="F26B43"/>
          </p15:clr>
        </p15:guide>
        <p15:guide id="6" orient="horz" pos="6588">
          <p15:clr>
            <a:srgbClr val="F26B43"/>
          </p15:clr>
        </p15:guide>
        <p15:guide id="7" orient="horz" pos="76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ymbol zastępczy obrazu 12">
            <a:extLst>
              <a:ext uri="{FF2B5EF4-FFF2-40B4-BE49-F238E27FC236}">
                <a16:creationId xmlns:a16="http://schemas.microsoft.com/office/drawing/2014/main" id="{4D5C726F-B055-4C9F-91E9-F8EA34FA2B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3716000"/>
          </a:xfrm>
        </p:spPr>
      </p:pic>
      <p:sp>
        <p:nvSpPr>
          <p:cNvPr id="4" name="TextBox 3"/>
          <p:cNvSpPr txBox="1"/>
          <p:nvPr/>
        </p:nvSpPr>
        <p:spPr>
          <a:xfrm>
            <a:off x="2681036" y="6858000"/>
            <a:ext cx="19021928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7200" b="1" cap="all" dirty="0">
                <a:solidFill>
                  <a:schemeClr val="bg1"/>
                </a:solidFill>
                <a:cs typeface="Poppins SemiBold" panose="02000000000000000000" pitchFamily="2" charset="0"/>
              </a:rPr>
              <a:t>Projekt SK</a:t>
            </a:r>
            <a:endParaRPr lang="en-US" sz="7200" b="1" cap="all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676395" y="11407541"/>
            <a:ext cx="610001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b="1" spc="600" dirty="0">
                <a:solidFill>
                  <a:schemeClr val="bg1"/>
                </a:solidFill>
                <a:cs typeface="Poppins SemiBold" panose="02000000000000000000" pitchFamily="2" charset="0"/>
              </a:rPr>
              <a:t>Martin Walldorf</a:t>
            </a:r>
            <a:endParaRPr lang="en-US" b="1" spc="600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16" name="Straight Connector 6"/>
          <p:cNvCxnSpPr/>
          <p:nvPr/>
        </p:nvCxnSpPr>
        <p:spPr>
          <a:xfrm flipH="1">
            <a:off x="11354594" y="12233228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Obraz 9">
            <a:extLst>
              <a:ext uri="{FF2B5EF4-FFF2-40B4-BE49-F238E27FC236}">
                <a16:creationId xmlns:a16="http://schemas.microsoft.com/office/drawing/2014/main" id="{065E7305-FB91-40B5-9D83-F8D3F4EF16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397" y="933854"/>
            <a:ext cx="4133705" cy="5315556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5F4822F7-64E1-4D53-92A2-18353B6F31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412" y="1365337"/>
            <a:ext cx="3095537" cy="4472109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296EB619-543E-AE82-21CB-1F56B9914F52}"/>
              </a:ext>
            </a:extLst>
          </p:cNvPr>
          <p:cNvSpPr txBox="1"/>
          <p:nvPr/>
        </p:nvSpPr>
        <p:spPr>
          <a:xfrm>
            <a:off x="8870073" y="9538378"/>
            <a:ext cx="675092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b="1" spc="600" dirty="0">
                <a:solidFill>
                  <a:schemeClr val="bg1"/>
                </a:solidFill>
                <a:cs typeface="Poppins SemiBold" panose="02000000000000000000" pitchFamily="2" charset="0"/>
              </a:rPr>
              <a:t>III Spotkanie seminaryjne</a:t>
            </a:r>
            <a:endParaRPr lang="en-US" b="1" spc="600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750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BF785-0E71-30AA-5117-CFA6DF193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7093335-C61D-4C73-BAD8-AF24E16E6ABE}"/>
              </a:ext>
            </a:extLst>
          </p:cNvPr>
          <p:cNvSpPr txBox="1"/>
          <p:nvPr/>
        </p:nvSpPr>
        <p:spPr>
          <a:xfrm>
            <a:off x="7154045" y="674371"/>
            <a:ext cx="10075908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Wykrywanie opóźnień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B03828-3984-C424-6F08-FDC17E4919B6}"/>
              </a:ext>
            </a:extLst>
          </p:cNvPr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ole tekstowe 1">
            <a:extLst>
              <a:ext uri="{FF2B5EF4-FFF2-40B4-BE49-F238E27FC236}">
                <a16:creationId xmlns:a16="http://schemas.microsoft.com/office/drawing/2014/main" id="{F2DB5254-A635-4B68-4E29-DEDE9111CB50}"/>
              </a:ext>
            </a:extLst>
          </p:cNvPr>
          <p:cNvSpPr txBox="1"/>
          <p:nvPr/>
        </p:nvSpPr>
        <p:spPr>
          <a:xfrm>
            <a:off x="2063735" y="2667224"/>
            <a:ext cx="9952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000" dirty="0">
                <a:solidFill>
                  <a:schemeClr val="bg1"/>
                </a:solidFill>
              </a:rPr>
              <a:t>Monitorowanie flagi </a:t>
            </a:r>
            <a:r>
              <a:rPr lang="pl-PL" sz="4000" dirty="0" err="1">
                <a:solidFill>
                  <a:schemeClr val="bg1"/>
                </a:solidFill>
              </a:rPr>
              <a:t>networksSimulationActive</a:t>
            </a:r>
            <a:endParaRPr lang="pl-PL" sz="4000" dirty="0">
              <a:solidFill>
                <a:schemeClr val="bg1"/>
              </a:solidFill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01C6967-7AB8-DC36-3750-E4FBE90CE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647" y="3833629"/>
            <a:ext cx="12120705" cy="754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8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0BD3B-E446-7EC7-D84C-E45A26F5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197AEA4-C98A-3966-713C-88F21E22832F}"/>
              </a:ext>
            </a:extLst>
          </p:cNvPr>
          <p:cNvSpPr txBox="1"/>
          <p:nvPr/>
        </p:nvSpPr>
        <p:spPr>
          <a:xfrm>
            <a:off x="5588000" y="707009"/>
            <a:ext cx="13208000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Radzenie sobie z opóźnieniami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72041B-31E4-B408-9B4D-707B068E21B7}"/>
              </a:ext>
            </a:extLst>
          </p:cNvPr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ole tekstowe 1">
            <a:extLst>
              <a:ext uri="{FF2B5EF4-FFF2-40B4-BE49-F238E27FC236}">
                <a16:creationId xmlns:a16="http://schemas.microsoft.com/office/drawing/2014/main" id="{91C16D9D-CF84-3E69-8992-941D883BA7D3}"/>
              </a:ext>
            </a:extLst>
          </p:cNvPr>
          <p:cNvSpPr txBox="1"/>
          <p:nvPr/>
        </p:nvSpPr>
        <p:spPr>
          <a:xfrm>
            <a:off x="2146300" y="2812465"/>
            <a:ext cx="61153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000" dirty="0">
                <a:solidFill>
                  <a:schemeClr val="bg1"/>
                </a:solidFill>
              </a:rPr>
              <a:t>Kompensacja matematyczna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FAF1A988-21F3-ACBC-9261-5796CB665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371" y="4074844"/>
            <a:ext cx="11335258" cy="59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1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522095" y="668909"/>
            <a:ext cx="1133980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Protokół komunikacyjny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Obraz 8">
            <a:extLst>
              <a:ext uri="{FF2B5EF4-FFF2-40B4-BE49-F238E27FC236}">
                <a16:creationId xmlns:a16="http://schemas.microsoft.com/office/drawing/2014/main" id="{C4450CBE-B790-90F9-9920-3986B876D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195" y="5181600"/>
            <a:ext cx="15431607" cy="4711699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270E4EDC-3A61-781E-D11C-AD997C5951B4}"/>
              </a:ext>
            </a:extLst>
          </p:cNvPr>
          <p:cNvSpPr txBox="1"/>
          <p:nvPr/>
        </p:nvSpPr>
        <p:spPr>
          <a:xfrm>
            <a:off x="2616200" y="2782171"/>
            <a:ext cx="82105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000" dirty="0">
                <a:solidFill>
                  <a:schemeClr val="bg1"/>
                </a:solidFill>
              </a:rPr>
              <a:t>Wysyłanie danych z prefiksem długości</a:t>
            </a:r>
          </a:p>
        </p:txBody>
      </p:sp>
    </p:spTree>
    <p:extLst>
      <p:ext uri="{BB962C8B-B14F-4D97-AF65-F5344CB8AC3E}">
        <p14:creationId xmlns:p14="http://schemas.microsoft.com/office/powerpoint/2010/main" val="3482335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ABC77-4D5C-1851-C630-2099BA3BE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C451D6B-AB80-8628-0D85-D7FCA054E6DB}"/>
              </a:ext>
            </a:extLst>
          </p:cNvPr>
          <p:cNvSpPr txBox="1"/>
          <p:nvPr/>
        </p:nvSpPr>
        <p:spPr>
          <a:xfrm>
            <a:off x="6522094" y="668909"/>
            <a:ext cx="1133980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Protokół komunikacyjny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FE6F1D1-6671-DE09-7022-8F06F144C2E2}"/>
              </a:ext>
            </a:extLst>
          </p:cNvPr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Obraz 2">
            <a:extLst>
              <a:ext uri="{FF2B5EF4-FFF2-40B4-BE49-F238E27FC236}">
                <a16:creationId xmlns:a16="http://schemas.microsoft.com/office/drawing/2014/main" id="{FEF3C666-ED41-03D1-36B5-008EB6965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11" y="3949698"/>
            <a:ext cx="11943173" cy="7289802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BCDF4EE9-686E-3878-3888-2E8A2927125F}"/>
              </a:ext>
            </a:extLst>
          </p:cNvPr>
          <p:cNvSpPr txBox="1"/>
          <p:nvPr/>
        </p:nvSpPr>
        <p:spPr>
          <a:xfrm>
            <a:off x="2794000" y="2750910"/>
            <a:ext cx="32319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000" dirty="0">
                <a:solidFill>
                  <a:schemeClr val="bg1"/>
                </a:solidFill>
              </a:rPr>
              <a:t>Odbiór danych</a:t>
            </a:r>
          </a:p>
        </p:txBody>
      </p:sp>
    </p:spTree>
    <p:extLst>
      <p:ext uri="{BB962C8B-B14F-4D97-AF65-F5344CB8AC3E}">
        <p14:creationId xmlns:p14="http://schemas.microsoft.com/office/powerpoint/2010/main" val="374714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FDF2F-BBFA-1ED4-8CAA-A8848CE72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E1E429F-F742-B5E2-836D-214A4D8B5F02}"/>
              </a:ext>
            </a:extLst>
          </p:cNvPr>
          <p:cNvSpPr txBox="1"/>
          <p:nvPr/>
        </p:nvSpPr>
        <p:spPr>
          <a:xfrm>
            <a:off x="6522094" y="770509"/>
            <a:ext cx="1133980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7200" b="1" dirty="0" err="1">
                <a:solidFill>
                  <a:schemeClr val="bg1"/>
                </a:solidFill>
                <a:cs typeface="Poppins SemiBold" panose="02000000000000000000" pitchFamily="2" charset="0"/>
              </a:rPr>
              <a:t>Serializacja</a:t>
            </a:r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 danych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ADB299-4078-BCCF-51FF-A8CB91FF924F}"/>
              </a:ext>
            </a:extLst>
          </p:cNvPr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ole tekstowe 1">
            <a:extLst>
              <a:ext uri="{FF2B5EF4-FFF2-40B4-BE49-F238E27FC236}">
                <a16:creationId xmlns:a16="http://schemas.microsoft.com/office/drawing/2014/main" id="{8DF66B93-99C5-94FC-23AF-E342CCCA0337}"/>
              </a:ext>
            </a:extLst>
          </p:cNvPr>
          <p:cNvSpPr txBox="1"/>
          <p:nvPr/>
        </p:nvSpPr>
        <p:spPr>
          <a:xfrm>
            <a:off x="2146300" y="2812465"/>
            <a:ext cx="41852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000" dirty="0" err="1">
                <a:solidFill>
                  <a:schemeClr val="bg1"/>
                </a:solidFill>
              </a:rPr>
              <a:t>Serializacja</a:t>
            </a:r>
            <a:r>
              <a:rPr lang="pl-PL" sz="4000" dirty="0">
                <a:solidFill>
                  <a:schemeClr val="bg1"/>
                </a:solidFill>
              </a:rPr>
              <a:t> binarna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B46A98A-47FB-C155-78F8-30D616B2D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03" y="4927493"/>
            <a:ext cx="20222393" cy="322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8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AA2A87-56AA-07E9-CEF3-4E62B29C4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AC65130-D86F-34C1-6649-501E98E45B42}"/>
              </a:ext>
            </a:extLst>
          </p:cNvPr>
          <p:cNvSpPr txBox="1"/>
          <p:nvPr/>
        </p:nvSpPr>
        <p:spPr>
          <a:xfrm>
            <a:off x="6522095" y="795909"/>
            <a:ext cx="1133980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7200" b="1" dirty="0" err="1">
                <a:solidFill>
                  <a:schemeClr val="bg1"/>
                </a:solidFill>
                <a:cs typeface="Poppins SemiBold" panose="02000000000000000000" pitchFamily="2" charset="0"/>
              </a:rPr>
              <a:t>Serializacja</a:t>
            </a:r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 danych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0E319B-DEE8-9642-8D47-FC90815DE2EE}"/>
              </a:ext>
            </a:extLst>
          </p:cNvPr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ole tekstowe 1">
            <a:extLst>
              <a:ext uri="{FF2B5EF4-FFF2-40B4-BE49-F238E27FC236}">
                <a16:creationId xmlns:a16="http://schemas.microsoft.com/office/drawing/2014/main" id="{82592FB7-762C-C01B-8A00-295F5BEDA508}"/>
              </a:ext>
            </a:extLst>
          </p:cNvPr>
          <p:cNvSpPr txBox="1"/>
          <p:nvPr/>
        </p:nvSpPr>
        <p:spPr>
          <a:xfrm>
            <a:off x="2146300" y="2672765"/>
            <a:ext cx="56616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000" dirty="0" err="1">
                <a:solidFill>
                  <a:schemeClr val="bg1"/>
                </a:solidFill>
              </a:rPr>
              <a:t>Serializacja</a:t>
            </a:r>
            <a:r>
              <a:rPr lang="pl-PL" sz="4000" dirty="0">
                <a:solidFill>
                  <a:schemeClr val="bg1"/>
                </a:solidFill>
              </a:rPr>
              <a:t> tekstowa JSON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57F32FA-7117-1B6F-5D2F-95F392C9D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168" y="3723551"/>
            <a:ext cx="12643661" cy="800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9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58AA7-BB66-D447-1416-EF266F1CE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ymbol zastępczy obrazu 12">
            <a:extLst>
              <a:ext uri="{FF2B5EF4-FFF2-40B4-BE49-F238E27FC236}">
                <a16:creationId xmlns:a16="http://schemas.microsoft.com/office/drawing/2014/main" id="{7C9617E4-A284-16E6-9BE3-E5C919FA107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371600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D8E338-C415-3A6F-4F67-5C85EDEC7F50}"/>
              </a:ext>
            </a:extLst>
          </p:cNvPr>
          <p:cNvSpPr txBox="1"/>
          <p:nvPr/>
        </p:nvSpPr>
        <p:spPr>
          <a:xfrm>
            <a:off x="2681036" y="6858000"/>
            <a:ext cx="19021928" cy="1692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11000" b="1" cap="all" dirty="0">
                <a:solidFill>
                  <a:schemeClr val="bg1"/>
                </a:solidFill>
                <a:cs typeface="Poppins SemiBold" panose="02000000000000000000" pitchFamily="2" charset="0"/>
              </a:rPr>
              <a:t>Dziękuje za uwagę</a:t>
            </a:r>
            <a:endParaRPr lang="en-US" sz="11000" b="1" cap="all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32F8CC-67D7-6F8D-617D-D37B3C3C7307}"/>
              </a:ext>
            </a:extLst>
          </p:cNvPr>
          <p:cNvSpPr txBox="1"/>
          <p:nvPr/>
        </p:nvSpPr>
        <p:spPr>
          <a:xfrm>
            <a:off x="18283989" y="11956229"/>
            <a:ext cx="610001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b="1" spc="600" dirty="0">
                <a:solidFill>
                  <a:schemeClr val="bg1"/>
                </a:solidFill>
                <a:cs typeface="Poppins SemiBold" panose="02000000000000000000" pitchFamily="2" charset="0"/>
              </a:rPr>
              <a:t>Martin Walldorf</a:t>
            </a:r>
            <a:endParaRPr lang="en-US" b="1" spc="600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16" name="Straight Connector 6">
            <a:extLst>
              <a:ext uri="{FF2B5EF4-FFF2-40B4-BE49-F238E27FC236}">
                <a16:creationId xmlns:a16="http://schemas.microsoft.com/office/drawing/2014/main" id="{D73D4146-EBCB-C6EF-1985-3E93AAC55885}"/>
              </a:ext>
            </a:extLst>
          </p:cNvPr>
          <p:cNvCxnSpPr/>
          <p:nvPr/>
        </p:nvCxnSpPr>
        <p:spPr>
          <a:xfrm flipH="1">
            <a:off x="11354594" y="12233228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Obraz 9">
            <a:extLst>
              <a:ext uri="{FF2B5EF4-FFF2-40B4-BE49-F238E27FC236}">
                <a16:creationId xmlns:a16="http://schemas.microsoft.com/office/drawing/2014/main" id="{8546A792-ABC7-89EC-378F-62B7E2297C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397" y="933854"/>
            <a:ext cx="4133705" cy="5315556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EB1E6202-7D49-E077-88A7-95236201B8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412" y="1365337"/>
            <a:ext cx="3095537" cy="44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5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ysClr val="window" lastClr="FFFFFF"/>
      </a:lt1>
      <a:dk2>
        <a:srgbClr val="000000"/>
      </a:dk2>
      <a:lt2>
        <a:srgbClr val="E4E6E8"/>
      </a:lt2>
      <a:accent1>
        <a:srgbClr val="000000"/>
      </a:accent1>
      <a:accent2>
        <a:srgbClr val="7F7F7F"/>
      </a:accent2>
      <a:accent3>
        <a:srgbClr val="A7A7A7"/>
      </a:accent3>
      <a:accent4>
        <a:srgbClr val="000000"/>
      </a:accent4>
      <a:accent5>
        <a:srgbClr val="7F7F7F"/>
      </a:accent5>
      <a:accent6>
        <a:srgbClr val="DCDDD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TM04033921[[fn=Damaszek]]</Template>
  <TotalTime>4745</TotalTime>
  <Words>79</Words>
  <Application>Microsoft Office PowerPoint</Application>
  <PresentationFormat>Niestandardowy</PresentationFormat>
  <Paragraphs>21</Paragraphs>
  <Slides>8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5" baseType="lpstr">
      <vt:lpstr>Arial</vt:lpstr>
      <vt:lpstr>Barlow SCK SemiBold</vt:lpstr>
      <vt:lpstr>Calibri</vt:lpstr>
      <vt:lpstr>Montserrat Light</vt:lpstr>
      <vt:lpstr>Montserrat SemiBold</vt:lpstr>
      <vt:lpstr>Poppins SemiBold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JafarDesigns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JafarDesigns</dc:creator>
  <cp:lastModifiedBy>Martin Walldorf (mw305420)</cp:lastModifiedBy>
  <cp:revision>917</cp:revision>
  <dcterms:created xsi:type="dcterms:W3CDTF">2016-06-20T18:47:00Z</dcterms:created>
  <dcterms:modified xsi:type="dcterms:W3CDTF">2026-05-01T13:08:24Z</dcterms:modified>
</cp:coreProperties>
</file>