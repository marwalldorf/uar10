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393" r:id="rId2"/>
    <p:sldId id="320" r:id="rId3"/>
    <p:sldId id="395" r:id="rId4"/>
    <p:sldId id="396" r:id="rId5"/>
    <p:sldId id="394" r:id="rId6"/>
    <p:sldId id="392" r:id="rId7"/>
  </p:sldIdLst>
  <p:sldSz cx="24384000" cy="13716000"/>
  <p:notesSz cx="9144000" cy="6858000"/>
  <p:defaultTextStyle>
    <a:defPPr>
      <a:defRPr lang="en-US"/>
    </a:defPPr>
    <a:lvl1pPr marL="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2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6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0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4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08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2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kcja domyślna" id="{C9324A95-C179-42B0-88B6-91656287D470}">
          <p14:sldIdLst>
            <p14:sldId id="393"/>
            <p14:sldId id="320"/>
            <p14:sldId id="395"/>
            <p14:sldId id="396"/>
            <p14:sldId id="394"/>
            <p14:sldId id="392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4C8E"/>
    <a:srgbClr val="0B294C"/>
    <a:srgbClr val="FBBA00"/>
    <a:srgbClr val="535353"/>
    <a:srgbClr val="087F7F"/>
    <a:srgbClr val="DCDDDF"/>
    <a:srgbClr val="7F7F7F"/>
    <a:srgbClr val="19A6CD"/>
    <a:srgbClr val="00B050"/>
    <a:srgbClr val="1BB3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71" autoAdjust="0"/>
    <p:restoredTop sz="94678" autoAdjust="0"/>
  </p:normalViewPr>
  <p:slideViewPr>
    <p:cSldViewPr snapToGrid="0" showGuides="1">
      <p:cViewPr varScale="1">
        <p:scale>
          <a:sx n="76" d="100"/>
          <a:sy n="76" d="100"/>
        </p:scale>
        <p:origin x="960" y="132"/>
      </p:cViewPr>
      <p:guideLst/>
    </p:cSldViewPr>
  </p:slideViewPr>
  <p:outlineViewPr>
    <p:cViewPr>
      <p:scale>
        <a:sx n="33" d="100"/>
        <a:sy n="33" d="100"/>
      </p:scale>
      <p:origin x="0" y="-454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-7696"/>
    </p:cViewPr>
  </p:sorterViewPr>
  <p:notesViewPr>
    <p:cSldViewPr snapToGrid="0" showGuides="1">
      <p:cViewPr varScale="1">
        <p:scale>
          <a:sx n="165" d="100"/>
          <a:sy n="165" d="100"/>
        </p:scale>
        <p:origin x="2892" y="12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ymbol zastępczy stopki 5"/>
          <p:cNvSpPr>
            <a:spLocks noGrp="1"/>
          </p:cNvSpPr>
          <p:nvPr>
            <p:ph type="ftr" sz="quarter" idx="2"/>
          </p:nvPr>
        </p:nvSpPr>
        <p:spPr>
          <a:xfrm>
            <a:off x="645042" y="5314550"/>
            <a:ext cx="7861005" cy="34409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2275245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DCBC42-6563-49C0-9AB0-0B46679F5AB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DDD579-49B2-4848-8B9E-FAC72A3B8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5814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Montserrat SemiBold" panose="00000700000000000000" pitchFamily="50" charset="0"/>
              </a:rPr>
              <a:t>Note: After adding your pictures, right</a:t>
            </a:r>
            <a:r>
              <a:rPr lang="en-US" baseline="0" dirty="0">
                <a:latin typeface="Montserrat SemiBold" panose="00000700000000000000" pitchFamily="50" charset="0"/>
              </a:rPr>
              <a:t> click on it and “Send To Back”.</a:t>
            </a:r>
            <a:endParaRPr lang="en-US" dirty="0">
              <a:latin typeface="Montserrat SemiBold" panose="000007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DDD579-49B2-4848-8B9E-FAC72A3B824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4459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3C1C5-88EC-8846-E352-AD4AAEB03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7D89F3-104E-22E3-6950-0EEF3B565B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FC61BB-DC10-768C-C4B5-D3B88D706B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Montserrat SemiBold" panose="00000700000000000000" pitchFamily="50" charset="0"/>
              </a:rPr>
              <a:t>Note: After adding your pictures, right</a:t>
            </a:r>
            <a:r>
              <a:rPr lang="en-US" baseline="0" dirty="0">
                <a:latin typeface="Montserrat SemiBold" panose="00000700000000000000" pitchFamily="50" charset="0"/>
              </a:rPr>
              <a:t> click on it and “Send To Back”.</a:t>
            </a:r>
            <a:endParaRPr lang="en-US" dirty="0">
              <a:latin typeface="Montserrat SemiBold" panose="00000700000000000000" pitchFamily="50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537FAC-E054-EA16-6E15-7471E2E2EA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DDD579-49B2-4848-8B9E-FAC72A3B824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9577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03359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-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5435600" y="3057525"/>
            <a:ext cx="13512800" cy="760095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3" name="TextBox 1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47881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-Sec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10312400" y="3057525"/>
            <a:ext cx="12395200" cy="760095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3" name="TextBox 1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59871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-Full Pictur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24384000" cy="137160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30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7478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-Welcome Mess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3115447" y="3529906"/>
            <a:ext cx="6778196" cy="665618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4" name="TextBox 3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67945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-About U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3257490" y="3513538"/>
            <a:ext cx="3128210" cy="3128210"/>
          </a:xfrm>
          <a:custGeom>
            <a:avLst/>
            <a:gdLst>
              <a:gd name="connsiteX0" fmla="*/ 1564105 w 3128210"/>
              <a:gd name="connsiteY0" fmla="*/ 0 h 3128210"/>
              <a:gd name="connsiteX1" fmla="*/ 3128210 w 3128210"/>
              <a:gd name="connsiteY1" fmla="*/ 1564105 h 3128210"/>
              <a:gd name="connsiteX2" fmla="*/ 1564105 w 3128210"/>
              <a:gd name="connsiteY2" fmla="*/ 3128210 h 3128210"/>
              <a:gd name="connsiteX3" fmla="*/ 0 w 3128210"/>
              <a:gd name="connsiteY3" fmla="*/ 1564105 h 3128210"/>
              <a:gd name="connsiteX4" fmla="*/ 1564105 w 3128210"/>
              <a:gd name="connsiteY4" fmla="*/ 0 h 31282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28210" h="3128210">
                <a:moveTo>
                  <a:pt x="1564105" y="0"/>
                </a:moveTo>
                <a:cubicBezTo>
                  <a:pt x="2427936" y="0"/>
                  <a:pt x="3128210" y="700274"/>
                  <a:pt x="3128210" y="1564105"/>
                </a:cubicBezTo>
                <a:cubicBezTo>
                  <a:pt x="3128210" y="2427936"/>
                  <a:pt x="2427936" y="3128210"/>
                  <a:pt x="1564105" y="3128210"/>
                </a:cubicBezTo>
                <a:cubicBezTo>
                  <a:pt x="700274" y="3128210"/>
                  <a:pt x="0" y="2427936"/>
                  <a:pt x="0" y="1564105"/>
                </a:cubicBezTo>
                <a:cubicBezTo>
                  <a:pt x="0" y="700274"/>
                  <a:pt x="700274" y="0"/>
                  <a:pt x="1564105" y="0"/>
                </a:cubicBez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4" name="TextBox 3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68047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6-Company TImeline Slid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10100109" y="4910963"/>
            <a:ext cx="4183782" cy="4183782"/>
          </a:xfrm>
          <a:custGeom>
            <a:avLst/>
            <a:gdLst>
              <a:gd name="connsiteX0" fmla="*/ 2091891 w 4183782"/>
              <a:gd name="connsiteY0" fmla="*/ 0 h 4183782"/>
              <a:gd name="connsiteX1" fmla="*/ 4183782 w 4183782"/>
              <a:gd name="connsiteY1" fmla="*/ 2091891 h 4183782"/>
              <a:gd name="connsiteX2" fmla="*/ 2091891 w 4183782"/>
              <a:gd name="connsiteY2" fmla="*/ 4183782 h 4183782"/>
              <a:gd name="connsiteX3" fmla="*/ 0 w 4183782"/>
              <a:gd name="connsiteY3" fmla="*/ 2091891 h 4183782"/>
              <a:gd name="connsiteX4" fmla="*/ 2091891 w 4183782"/>
              <a:gd name="connsiteY4" fmla="*/ 0 h 4183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83782" h="4183782">
                <a:moveTo>
                  <a:pt x="2091891" y="0"/>
                </a:moveTo>
                <a:cubicBezTo>
                  <a:pt x="3247210" y="0"/>
                  <a:pt x="4183782" y="936572"/>
                  <a:pt x="4183782" y="2091891"/>
                </a:cubicBezTo>
                <a:cubicBezTo>
                  <a:pt x="4183782" y="3247210"/>
                  <a:pt x="3247210" y="4183782"/>
                  <a:pt x="2091891" y="4183782"/>
                </a:cubicBezTo>
                <a:cubicBezTo>
                  <a:pt x="936572" y="4183782"/>
                  <a:pt x="0" y="3247210"/>
                  <a:pt x="0" y="2091891"/>
                </a:cubicBezTo>
                <a:cubicBezTo>
                  <a:pt x="0" y="936572"/>
                  <a:pt x="936572" y="0"/>
                  <a:pt x="2091891" y="0"/>
                </a:cubicBez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4" name="TextBox 3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67870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7-Company TImeline Slid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10100109" y="1646238"/>
            <a:ext cx="4183782" cy="4183782"/>
          </a:xfrm>
          <a:custGeom>
            <a:avLst/>
            <a:gdLst>
              <a:gd name="connsiteX0" fmla="*/ 2091891 w 4183782"/>
              <a:gd name="connsiteY0" fmla="*/ 0 h 4183782"/>
              <a:gd name="connsiteX1" fmla="*/ 4183782 w 4183782"/>
              <a:gd name="connsiteY1" fmla="*/ 2091891 h 4183782"/>
              <a:gd name="connsiteX2" fmla="*/ 2091891 w 4183782"/>
              <a:gd name="connsiteY2" fmla="*/ 4183782 h 4183782"/>
              <a:gd name="connsiteX3" fmla="*/ 0 w 4183782"/>
              <a:gd name="connsiteY3" fmla="*/ 2091891 h 4183782"/>
              <a:gd name="connsiteX4" fmla="*/ 2091891 w 4183782"/>
              <a:gd name="connsiteY4" fmla="*/ 0 h 4183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83782" h="4183782">
                <a:moveTo>
                  <a:pt x="2091891" y="0"/>
                </a:moveTo>
                <a:cubicBezTo>
                  <a:pt x="3247210" y="0"/>
                  <a:pt x="4183782" y="936572"/>
                  <a:pt x="4183782" y="2091891"/>
                </a:cubicBezTo>
                <a:cubicBezTo>
                  <a:pt x="4183782" y="3247210"/>
                  <a:pt x="3247210" y="4183782"/>
                  <a:pt x="2091891" y="4183782"/>
                </a:cubicBezTo>
                <a:cubicBezTo>
                  <a:pt x="936572" y="4183782"/>
                  <a:pt x="0" y="3247210"/>
                  <a:pt x="0" y="2091891"/>
                </a:cubicBezTo>
                <a:cubicBezTo>
                  <a:pt x="0" y="936572"/>
                  <a:pt x="936572" y="0"/>
                  <a:pt x="2091891" y="0"/>
                </a:cubicBez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2"/>
          </p:nvPr>
        </p:nvSpPr>
        <p:spPr>
          <a:xfrm>
            <a:off x="10100109" y="6785061"/>
            <a:ext cx="4183782" cy="4183782"/>
          </a:xfrm>
          <a:custGeom>
            <a:avLst/>
            <a:gdLst>
              <a:gd name="connsiteX0" fmla="*/ 2091891 w 4183782"/>
              <a:gd name="connsiteY0" fmla="*/ 0 h 4183782"/>
              <a:gd name="connsiteX1" fmla="*/ 4183782 w 4183782"/>
              <a:gd name="connsiteY1" fmla="*/ 2091891 h 4183782"/>
              <a:gd name="connsiteX2" fmla="*/ 2091891 w 4183782"/>
              <a:gd name="connsiteY2" fmla="*/ 4183782 h 4183782"/>
              <a:gd name="connsiteX3" fmla="*/ 0 w 4183782"/>
              <a:gd name="connsiteY3" fmla="*/ 2091891 h 4183782"/>
              <a:gd name="connsiteX4" fmla="*/ 2091891 w 4183782"/>
              <a:gd name="connsiteY4" fmla="*/ 0 h 4183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83782" h="4183782">
                <a:moveTo>
                  <a:pt x="2091891" y="0"/>
                </a:moveTo>
                <a:cubicBezTo>
                  <a:pt x="3247210" y="0"/>
                  <a:pt x="4183782" y="936572"/>
                  <a:pt x="4183782" y="2091891"/>
                </a:cubicBezTo>
                <a:cubicBezTo>
                  <a:pt x="4183782" y="3247210"/>
                  <a:pt x="3247210" y="4183782"/>
                  <a:pt x="2091891" y="4183782"/>
                </a:cubicBezTo>
                <a:cubicBezTo>
                  <a:pt x="936572" y="4183782"/>
                  <a:pt x="0" y="3247210"/>
                  <a:pt x="0" y="2091891"/>
                </a:cubicBezTo>
                <a:cubicBezTo>
                  <a:pt x="0" y="936572"/>
                  <a:pt x="936572" y="0"/>
                  <a:pt x="2091891" y="0"/>
                </a:cubicBez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6" name="TextBox 5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66745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8-Company TImeline Slid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10100109" y="4091055"/>
            <a:ext cx="4183782" cy="4183782"/>
          </a:xfrm>
          <a:custGeom>
            <a:avLst/>
            <a:gdLst>
              <a:gd name="connsiteX0" fmla="*/ 2091891 w 4183782"/>
              <a:gd name="connsiteY0" fmla="*/ 0 h 4183782"/>
              <a:gd name="connsiteX1" fmla="*/ 4183782 w 4183782"/>
              <a:gd name="connsiteY1" fmla="*/ 2091891 h 4183782"/>
              <a:gd name="connsiteX2" fmla="*/ 2091891 w 4183782"/>
              <a:gd name="connsiteY2" fmla="*/ 4183782 h 4183782"/>
              <a:gd name="connsiteX3" fmla="*/ 0 w 4183782"/>
              <a:gd name="connsiteY3" fmla="*/ 2091891 h 4183782"/>
              <a:gd name="connsiteX4" fmla="*/ 2091891 w 4183782"/>
              <a:gd name="connsiteY4" fmla="*/ 0 h 4183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83782" h="4183782">
                <a:moveTo>
                  <a:pt x="2091891" y="0"/>
                </a:moveTo>
                <a:cubicBezTo>
                  <a:pt x="3247210" y="0"/>
                  <a:pt x="4183782" y="936572"/>
                  <a:pt x="4183782" y="2091891"/>
                </a:cubicBezTo>
                <a:cubicBezTo>
                  <a:pt x="4183782" y="3247210"/>
                  <a:pt x="3247210" y="4183782"/>
                  <a:pt x="2091891" y="4183782"/>
                </a:cubicBezTo>
                <a:cubicBezTo>
                  <a:pt x="936572" y="4183782"/>
                  <a:pt x="0" y="3247210"/>
                  <a:pt x="0" y="2091891"/>
                </a:cubicBezTo>
                <a:cubicBezTo>
                  <a:pt x="0" y="936572"/>
                  <a:pt x="936572" y="0"/>
                  <a:pt x="2091891" y="0"/>
                </a:cubicBez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4" name="TextBox 3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0713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9-Our Succes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12649200" y="5354283"/>
            <a:ext cx="10058400" cy="67123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5" name="TextBox 3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7849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-Our Dedicated 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26"/>
          <p:cNvSpPr>
            <a:spLocks noGrp="1"/>
          </p:cNvSpPr>
          <p:nvPr>
            <p:ph type="pic" sz="quarter" idx="11"/>
          </p:nvPr>
        </p:nvSpPr>
        <p:spPr>
          <a:xfrm>
            <a:off x="9890564" y="1646239"/>
            <a:ext cx="2828800" cy="347398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0" name="Picture Placeholder 26"/>
          <p:cNvSpPr>
            <a:spLocks noGrp="1"/>
          </p:cNvSpPr>
          <p:nvPr>
            <p:ph type="pic" sz="quarter" idx="12"/>
          </p:nvPr>
        </p:nvSpPr>
        <p:spPr>
          <a:xfrm>
            <a:off x="13219976" y="1646239"/>
            <a:ext cx="2828800" cy="347398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1" name="Picture Placeholder 26"/>
          <p:cNvSpPr>
            <a:spLocks noGrp="1"/>
          </p:cNvSpPr>
          <p:nvPr>
            <p:ph type="pic" sz="quarter" idx="13"/>
          </p:nvPr>
        </p:nvSpPr>
        <p:spPr>
          <a:xfrm>
            <a:off x="16549388" y="1646239"/>
            <a:ext cx="2828800" cy="347398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2" name="Picture Placeholder 26"/>
          <p:cNvSpPr>
            <a:spLocks noGrp="1"/>
          </p:cNvSpPr>
          <p:nvPr>
            <p:ph type="pic" sz="quarter" idx="14"/>
          </p:nvPr>
        </p:nvSpPr>
        <p:spPr>
          <a:xfrm>
            <a:off x="19878800" y="1646239"/>
            <a:ext cx="2828800" cy="347398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3" name="Picture Placeholder 26"/>
          <p:cNvSpPr>
            <a:spLocks noGrp="1"/>
          </p:cNvSpPr>
          <p:nvPr>
            <p:ph type="pic" sz="quarter" idx="15"/>
          </p:nvPr>
        </p:nvSpPr>
        <p:spPr>
          <a:xfrm>
            <a:off x="9890564" y="7067831"/>
            <a:ext cx="2828800" cy="347398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4" name="Picture Placeholder 26"/>
          <p:cNvSpPr>
            <a:spLocks noGrp="1"/>
          </p:cNvSpPr>
          <p:nvPr>
            <p:ph type="pic" sz="quarter" idx="16"/>
          </p:nvPr>
        </p:nvSpPr>
        <p:spPr>
          <a:xfrm>
            <a:off x="13219976" y="7067831"/>
            <a:ext cx="2828800" cy="347398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5" name="Picture Placeholder 26"/>
          <p:cNvSpPr>
            <a:spLocks noGrp="1"/>
          </p:cNvSpPr>
          <p:nvPr>
            <p:ph type="pic" sz="quarter" idx="17"/>
          </p:nvPr>
        </p:nvSpPr>
        <p:spPr>
          <a:xfrm>
            <a:off x="16549388" y="7067831"/>
            <a:ext cx="2828800" cy="347398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6" name="Picture Placeholder 26"/>
          <p:cNvSpPr>
            <a:spLocks noGrp="1"/>
          </p:cNvSpPr>
          <p:nvPr>
            <p:ph type="pic" sz="quarter" idx="18"/>
          </p:nvPr>
        </p:nvSpPr>
        <p:spPr>
          <a:xfrm>
            <a:off x="19878800" y="7067831"/>
            <a:ext cx="2828800" cy="347398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1" name="TextBox 10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00250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-Meet the 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26"/>
          <p:cNvSpPr>
            <a:spLocks noGrp="1"/>
          </p:cNvSpPr>
          <p:nvPr>
            <p:ph type="pic" sz="quarter" idx="11"/>
          </p:nvPr>
        </p:nvSpPr>
        <p:spPr>
          <a:xfrm>
            <a:off x="8957996" y="2850917"/>
            <a:ext cx="3965418" cy="486761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3" name="Picture Placeholder 26"/>
          <p:cNvSpPr>
            <a:spLocks noGrp="1"/>
          </p:cNvSpPr>
          <p:nvPr>
            <p:ph type="pic" sz="quarter" idx="12"/>
          </p:nvPr>
        </p:nvSpPr>
        <p:spPr>
          <a:xfrm>
            <a:off x="13850089" y="5965311"/>
            <a:ext cx="3965418" cy="486761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4" name="Picture Placeholder 26"/>
          <p:cNvSpPr>
            <a:spLocks noGrp="1"/>
          </p:cNvSpPr>
          <p:nvPr>
            <p:ph type="pic" sz="quarter" idx="13"/>
          </p:nvPr>
        </p:nvSpPr>
        <p:spPr>
          <a:xfrm>
            <a:off x="18742182" y="2850917"/>
            <a:ext cx="3965418" cy="486761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6" name="TextBox 5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19785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-Meet the Team Expert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6"/>
          <p:cNvSpPr>
            <a:spLocks noGrp="1"/>
          </p:cNvSpPr>
          <p:nvPr>
            <p:ph type="pic" sz="quarter" idx="11"/>
          </p:nvPr>
        </p:nvSpPr>
        <p:spPr>
          <a:xfrm>
            <a:off x="8679516" y="1646238"/>
            <a:ext cx="3965418" cy="486761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0" name="Picture Placeholder 26"/>
          <p:cNvSpPr>
            <a:spLocks noGrp="1"/>
          </p:cNvSpPr>
          <p:nvPr>
            <p:ph type="pic" sz="quarter" idx="12"/>
          </p:nvPr>
        </p:nvSpPr>
        <p:spPr>
          <a:xfrm>
            <a:off x="13710848" y="1646238"/>
            <a:ext cx="3965418" cy="486761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1" name="Picture Placeholder 26"/>
          <p:cNvSpPr>
            <a:spLocks noGrp="1"/>
          </p:cNvSpPr>
          <p:nvPr>
            <p:ph type="pic" sz="quarter" idx="13"/>
          </p:nvPr>
        </p:nvSpPr>
        <p:spPr>
          <a:xfrm>
            <a:off x="18742179" y="1646238"/>
            <a:ext cx="3965418" cy="486761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6" name="TextBox 5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32006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-Meet the Crew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6"/>
          <p:cNvSpPr>
            <a:spLocks noGrp="1"/>
          </p:cNvSpPr>
          <p:nvPr>
            <p:ph type="pic" sz="quarter" idx="11"/>
          </p:nvPr>
        </p:nvSpPr>
        <p:spPr>
          <a:xfrm>
            <a:off x="2827294" y="5675601"/>
            <a:ext cx="3965418" cy="486761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7" name="Picture Placeholder 26"/>
          <p:cNvSpPr>
            <a:spLocks noGrp="1"/>
          </p:cNvSpPr>
          <p:nvPr>
            <p:ph type="pic" sz="quarter" idx="12"/>
          </p:nvPr>
        </p:nvSpPr>
        <p:spPr>
          <a:xfrm>
            <a:off x="8132257" y="5675601"/>
            <a:ext cx="3965418" cy="486761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8" name="Picture Placeholder 26"/>
          <p:cNvSpPr>
            <a:spLocks noGrp="1"/>
          </p:cNvSpPr>
          <p:nvPr>
            <p:ph type="pic" sz="quarter" idx="13"/>
          </p:nvPr>
        </p:nvSpPr>
        <p:spPr>
          <a:xfrm>
            <a:off x="13437220" y="5675601"/>
            <a:ext cx="3965418" cy="486761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9" name="Picture Placeholder 26"/>
          <p:cNvSpPr>
            <a:spLocks noGrp="1"/>
          </p:cNvSpPr>
          <p:nvPr>
            <p:ph type="pic" sz="quarter" idx="14"/>
          </p:nvPr>
        </p:nvSpPr>
        <p:spPr>
          <a:xfrm>
            <a:off x="18742182" y="5675601"/>
            <a:ext cx="3965418" cy="486761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95709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-Our Servi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6"/>
          <p:cNvSpPr>
            <a:spLocks noGrp="1"/>
          </p:cNvSpPr>
          <p:nvPr>
            <p:ph type="pic" sz="quarter" idx="11"/>
          </p:nvPr>
        </p:nvSpPr>
        <p:spPr>
          <a:xfrm>
            <a:off x="2827294" y="5675601"/>
            <a:ext cx="4811204" cy="386303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5" name="Picture Placeholder 26"/>
          <p:cNvSpPr>
            <a:spLocks noGrp="1"/>
          </p:cNvSpPr>
          <p:nvPr>
            <p:ph type="pic" sz="quarter" idx="12"/>
          </p:nvPr>
        </p:nvSpPr>
        <p:spPr>
          <a:xfrm>
            <a:off x="7844476" y="5675601"/>
            <a:ext cx="4811204" cy="386303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0" name="Picture Placeholder 26"/>
          <p:cNvSpPr>
            <a:spLocks noGrp="1"/>
          </p:cNvSpPr>
          <p:nvPr>
            <p:ph type="pic" sz="quarter" idx="13"/>
          </p:nvPr>
        </p:nvSpPr>
        <p:spPr>
          <a:xfrm>
            <a:off x="12861661" y="5675601"/>
            <a:ext cx="4811204" cy="386303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1" name="Picture Placeholder 26"/>
          <p:cNvSpPr>
            <a:spLocks noGrp="1"/>
          </p:cNvSpPr>
          <p:nvPr>
            <p:ph type="pic" sz="quarter" idx="14"/>
          </p:nvPr>
        </p:nvSpPr>
        <p:spPr>
          <a:xfrm>
            <a:off x="17878845" y="5675601"/>
            <a:ext cx="4811204" cy="386303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4016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-Slide with Two Narrow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17733492" y="1646238"/>
            <a:ext cx="4974107" cy="1042035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9" name="Picture Placeholder 26"/>
          <p:cNvSpPr>
            <a:spLocks noGrp="1"/>
          </p:cNvSpPr>
          <p:nvPr>
            <p:ph type="pic" sz="quarter" idx="11"/>
          </p:nvPr>
        </p:nvSpPr>
        <p:spPr>
          <a:xfrm>
            <a:off x="12551343" y="1646238"/>
            <a:ext cx="4974107" cy="1042035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5" name="TextBox 4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57551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-Digital 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7418145" y="1646238"/>
            <a:ext cx="5492541" cy="599304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5" name="Picture Placeholder 26"/>
          <p:cNvSpPr>
            <a:spLocks noGrp="1"/>
          </p:cNvSpPr>
          <p:nvPr>
            <p:ph type="pic" sz="quarter" idx="11"/>
          </p:nvPr>
        </p:nvSpPr>
        <p:spPr>
          <a:xfrm>
            <a:off x="1676400" y="6073540"/>
            <a:ext cx="5492541" cy="599304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6" name="Picture Placeholder 26"/>
          <p:cNvSpPr>
            <a:spLocks noGrp="1"/>
          </p:cNvSpPr>
          <p:nvPr>
            <p:ph type="pic" sz="quarter" idx="12"/>
          </p:nvPr>
        </p:nvSpPr>
        <p:spPr>
          <a:xfrm>
            <a:off x="1676400" y="1646238"/>
            <a:ext cx="5492541" cy="4215203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7" name="Picture Placeholder 26"/>
          <p:cNvSpPr>
            <a:spLocks noGrp="1"/>
          </p:cNvSpPr>
          <p:nvPr>
            <p:ph type="pic" sz="quarter" idx="13"/>
          </p:nvPr>
        </p:nvSpPr>
        <p:spPr>
          <a:xfrm>
            <a:off x="7418144" y="7851385"/>
            <a:ext cx="5492541" cy="4215203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8720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-Design Proces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1676400" y="0"/>
            <a:ext cx="6024607" cy="137160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4" name="TextBox 3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27457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-Design &amp; Pri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9020548" y="1756"/>
            <a:ext cx="6663989" cy="1005664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9" name="Picture Placeholder 26"/>
          <p:cNvSpPr>
            <a:spLocks noGrp="1"/>
          </p:cNvSpPr>
          <p:nvPr>
            <p:ph type="pic" sz="quarter" idx="11"/>
          </p:nvPr>
        </p:nvSpPr>
        <p:spPr>
          <a:xfrm>
            <a:off x="16043611" y="3659356"/>
            <a:ext cx="6663989" cy="1005664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6" name="TextBox 5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24194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-Photograph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1676400" y="1646238"/>
            <a:ext cx="21031201" cy="12069762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lvl1pPr marL="0" indent="0">
              <a:buFontTx/>
              <a:buNone/>
              <a:defRPr sz="4000">
                <a:solidFill>
                  <a:schemeClr val="bg1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4" name="TextBox 3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69394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-Our Studi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819900" cy="13716000"/>
          </a:xfrm>
          <a:custGeom>
            <a:avLst/>
            <a:gdLst>
              <a:gd name="connsiteX0" fmla="*/ 0 w 6819900"/>
              <a:gd name="connsiteY0" fmla="*/ 0 h 13716000"/>
              <a:gd name="connsiteX1" fmla="*/ 6819900 w 6819900"/>
              <a:gd name="connsiteY1" fmla="*/ 0 h 13716000"/>
              <a:gd name="connsiteX2" fmla="*/ 6819900 w 6819900"/>
              <a:gd name="connsiteY2" fmla="*/ 13716000 h 13716000"/>
              <a:gd name="connsiteX3" fmla="*/ 0 w 6819900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19900" h="13716000">
                <a:moveTo>
                  <a:pt x="0" y="0"/>
                </a:moveTo>
                <a:lnTo>
                  <a:pt x="6819900" y="0"/>
                </a:lnTo>
                <a:lnTo>
                  <a:pt x="6819900" y="13716000"/>
                </a:lnTo>
                <a:lnTo>
                  <a:pt x="0" y="13716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FontTx/>
              <a:buNone/>
              <a:defRPr sz="26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1"/>
          </p:nvPr>
        </p:nvSpPr>
        <p:spPr>
          <a:xfrm>
            <a:off x="7115946" y="0"/>
            <a:ext cx="6819900" cy="6709978"/>
          </a:xfrm>
          <a:custGeom>
            <a:avLst/>
            <a:gdLst>
              <a:gd name="connsiteX0" fmla="*/ 0 w 6819900"/>
              <a:gd name="connsiteY0" fmla="*/ 0 h 6709978"/>
              <a:gd name="connsiteX1" fmla="*/ 6819900 w 6819900"/>
              <a:gd name="connsiteY1" fmla="*/ 0 h 6709978"/>
              <a:gd name="connsiteX2" fmla="*/ 6819900 w 6819900"/>
              <a:gd name="connsiteY2" fmla="*/ 6709978 h 6709978"/>
              <a:gd name="connsiteX3" fmla="*/ 0 w 6819900"/>
              <a:gd name="connsiteY3" fmla="*/ 6709978 h 6709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19900" h="6709978">
                <a:moveTo>
                  <a:pt x="0" y="0"/>
                </a:moveTo>
                <a:lnTo>
                  <a:pt x="6819900" y="0"/>
                </a:lnTo>
                <a:lnTo>
                  <a:pt x="6819900" y="6709978"/>
                </a:lnTo>
                <a:lnTo>
                  <a:pt x="0" y="6709978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FontTx/>
              <a:buNone/>
              <a:defRPr sz="26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2"/>
          </p:nvPr>
        </p:nvSpPr>
        <p:spPr>
          <a:xfrm>
            <a:off x="7115946" y="7000240"/>
            <a:ext cx="6819900" cy="6715760"/>
          </a:xfrm>
          <a:custGeom>
            <a:avLst/>
            <a:gdLst>
              <a:gd name="connsiteX0" fmla="*/ 0 w 6819900"/>
              <a:gd name="connsiteY0" fmla="*/ 0 h 6715760"/>
              <a:gd name="connsiteX1" fmla="*/ 6819900 w 6819900"/>
              <a:gd name="connsiteY1" fmla="*/ 0 h 6715760"/>
              <a:gd name="connsiteX2" fmla="*/ 6819900 w 6819900"/>
              <a:gd name="connsiteY2" fmla="*/ 6715760 h 6715760"/>
              <a:gd name="connsiteX3" fmla="*/ 0 w 6819900"/>
              <a:gd name="connsiteY3" fmla="*/ 6715760 h 6715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19900" h="6715760">
                <a:moveTo>
                  <a:pt x="0" y="0"/>
                </a:moveTo>
                <a:lnTo>
                  <a:pt x="6819900" y="0"/>
                </a:lnTo>
                <a:lnTo>
                  <a:pt x="6819900" y="6715760"/>
                </a:lnTo>
                <a:lnTo>
                  <a:pt x="0" y="671576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FontTx/>
              <a:buNone/>
              <a:defRPr sz="26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6941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-Customer Testemonial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26"/>
          <p:cNvSpPr>
            <a:spLocks noGrp="1"/>
          </p:cNvSpPr>
          <p:nvPr>
            <p:ph type="pic" sz="quarter" idx="13"/>
          </p:nvPr>
        </p:nvSpPr>
        <p:spPr>
          <a:xfrm>
            <a:off x="2827293" y="7373188"/>
            <a:ext cx="3203409" cy="320340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3" name="Picture Placeholder 26"/>
          <p:cNvSpPr>
            <a:spLocks noGrp="1"/>
          </p:cNvSpPr>
          <p:nvPr>
            <p:ph type="pic" sz="quarter" idx="14"/>
          </p:nvPr>
        </p:nvSpPr>
        <p:spPr>
          <a:xfrm>
            <a:off x="13775555" y="7373188"/>
            <a:ext cx="3203409" cy="320340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8" name="Picture Placeholder 26"/>
          <p:cNvSpPr>
            <a:spLocks noGrp="1"/>
          </p:cNvSpPr>
          <p:nvPr>
            <p:ph type="pic" sz="quarter" idx="15"/>
          </p:nvPr>
        </p:nvSpPr>
        <p:spPr>
          <a:xfrm>
            <a:off x="13775555" y="1646238"/>
            <a:ext cx="3203409" cy="320340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6" name="TextBox 5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10578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-Slide with Right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11933407" y="1646238"/>
            <a:ext cx="10774194" cy="1043832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40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5" name="TextBox 4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4826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-Slide with Left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1676400" y="1646238"/>
            <a:ext cx="9229021" cy="1043832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40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5" name="TextBox 4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65407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-Our Portfol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14688151" y="1646238"/>
            <a:ext cx="8019449" cy="1043832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6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1" name="Picture Placeholder 26"/>
          <p:cNvSpPr>
            <a:spLocks noGrp="1"/>
          </p:cNvSpPr>
          <p:nvPr>
            <p:ph type="pic" sz="quarter" idx="11"/>
          </p:nvPr>
        </p:nvSpPr>
        <p:spPr>
          <a:xfrm>
            <a:off x="8182275" y="5871411"/>
            <a:ext cx="6159501" cy="392807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6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2" name="Picture Placeholder 26"/>
          <p:cNvSpPr>
            <a:spLocks noGrp="1"/>
          </p:cNvSpPr>
          <p:nvPr>
            <p:ph type="pic" sz="quarter" idx="12"/>
          </p:nvPr>
        </p:nvSpPr>
        <p:spPr>
          <a:xfrm>
            <a:off x="1663700" y="8170991"/>
            <a:ext cx="6159501" cy="392807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6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6" name="TextBox 5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847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-Photo Gallery Slid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6"/>
          <p:cNvSpPr>
            <a:spLocks noGrp="1"/>
          </p:cNvSpPr>
          <p:nvPr>
            <p:ph type="pic" sz="quarter" idx="11"/>
          </p:nvPr>
        </p:nvSpPr>
        <p:spPr>
          <a:xfrm>
            <a:off x="1676401" y="1646238"/>
            <a:ext cx="10411881" cy="1042035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0" name="Picture Placeholder 26"/>
          <p:cNvSpPr>
            <a:spLocks noGrp="1"/>
          </p:cNvSpPr>
          <p:nvPr>
            <p:ph type="pic" sz="quarter" idx="12"/>
          </p:nvPr>
        </p:nvSpPr>
        <p:spPr>
          <a:xfrm>
            <a:off x="12295719" y="1646238"/>
            <a:ext cx="10411881" cy="1042035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5" name="TextBox 4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17577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-Photo Gallery Slid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6"/>
          <p:cNvSpPr>
            <a:spLocks noGrp="1"/>
          </p:cNvSpPr>
          <p:nvPr>
            <p:ph type="pic" sz="quarter" idx="11"/>
          </p:nvPr>
        </p:nvSpPr>
        <p:spPr>
          <a:xfrm>
            <a:off x="1676401" y="6962268"/>
            <a:ext cx="10411881" cy="510431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7" name="Picture Placeholder 26"/>
          <p:cNvSpPr>
            <a:spLocks noGrp="1"/>
          </p:cNvSpPr>
          <p:nvPr>
            <p:ph type="pic" sz="quarter" idx="12"/>
          </p:nvPr>
        </p:nvSpPr>
        <p:spPr>
          <a:xfrm>
            <a:off x="12295719" y="1646238"/>
            <a:ext cx="10411881" cy="510431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5" name="TextBox 4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97675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-Photo Gallery Slid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26"/>
          <p:cNvSpPr>
            <a:spLocks noGrp="1"/>
          </p:cNvSpPr>
          <p:nvPr>
            <p:ph type="pic" sz="quarter" idx="11"/>
          </p:nvPr>
        </p:nvSpPr>
        <p:spPr>
          <a:xfrm>
            <a:off x="1676401" y="1646238"/>
            <a:ext cx="6872111" cy="690099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3" name="Picture Placeholder 26"/>
          <p:cNvSpPr>
            <a:spLocks noGrp="1"/>
          </p:cNvSpPr>
          <p:nvPr>
            <p:ph type="pic" sz="quarter" idx="12"/>
          </p:nvPr>
        </p:nvSpPr>
        <p:spPr>
          <a:xfrm>
            <a:off x="15835489" y="1646238"/>
            <a:ext cx="6872111" cy="690099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4" name="Picture Placeholder 26"/>
          <p:cNvSpPr>
            <a:spLocks noGrp="1"/>
          </p:cNvSpPr>
          <p:nvPr>
            <p:ph type="pic" sz="quarter" idx="13"/>
          </p:nvPr>
        </p:nvSpPr>
        <p:spPr>
          <a:xfrm>
            <a:off x="8755944" y="1646238"/>
            <a:ext cx="6872111" cy="690099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6" name="TextBox 5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75349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-Photo Gallery Slide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26"/>
          <p:cNvSpPr>
            <a:spLocks noGrp="1"/>
          </p:cNvSpPr>
          <p:nvPr>
            <p:ph type="pic" sz="quarter" idx="12"/>
          </p:nvPr>
        </p:nvSpPr>
        <p:spPr>
          <a:xfrm>
            <a:off x="8755945" y="1646238"/>
            <a:ext cx="6872111" cy="510431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1" name="Picture Placeholder 26"/>
          <p:cNvSpPr>
            <a:spLocks noGrp="1"/>
          </p:cNvSpPr>
          <p:nvPr>
            <p:ph type="pic" sz="quarter" idx="13"/>
          </p:nvPr>
        </p:nvSpPr>
        <p:spPr>
          <a:xfrm>
            <a:off x="15835489" y="6962269"/>
            <a:ext cx="6872111" cy="510431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2" name="Picture Placeholder 26"/>
          <p:cNvSpPr>
            <a:spLocks noGrp="1"/>
          </p:cNvSpPr>
          <p:nvPr>
            <p:ph type="pic" sz="quarter" idx="14"/>
          </p:nvPr>
        </p:nvSpPr>
        <p:spPr>
          <a:xfrm>
            <a:off x="1676400" y="6962269"/>
            <a:ext cx="6872111" cy="510431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6" name="TextBox 5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37249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-Photo Gallery Slide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6"/>
          <p:cNvSpPr>
            <a:spLocks noGrp="1"/>
          </p:cNvSpPr>
          <p:nvPr>
            <p:ph type="pic" sz="quarter" idx="12"/>
          </p:nvPr>
        </p:nvSpPr>
        <p:spPr>
          <a:xfrm>
            <a:off x="17605376" y="1646238"/>
            <a:ext cx="5102224" cy="1042035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5" name="Picture Placeholder 26"/>
          <p:cNvSpPr>
            <a:spLocks noGrp="1"/>
          </p:cNvSpPr>
          <p:nvPr>
            <p:ph type="pic" sz="quarter" idx="13"/>
          </p:nvPr>
        </p:nvSpPr>
        <p:spPr>
          <a:xfrm>
            <a:off x="12295719" y="1646238"/>
            <a:ext cx="5102224" cy="1042035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6" name="Picture Placeholder 26"/>
          <p:cNvSpPr>
            <a:spLocks noGrp="1"/>
          </p:cNvSpPr>
          <p:nvPr>
            <p:ph type="pic" sz="quarter" idx="14"/>
          </p:nvPr>
        </p:nvSpPr>
        <p:spPr>
          <a:xfrm>
            <a:off x="6986058" y="1646238"/>
            <a:ext cx="5102224" cy="1042035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7" name="Picture Placeholder 26"/>
          <p:cNvSpPr>
            <a:spLocks noGrp="1"/>
          </p:cNvSpPr>
          <p:nvPr>
            <p:ph type="pic" sz="quarter" idx="15"/>
          </p:nvPr>
        </p:nvSpPr>
        <p:spPr>
          <a:xfrm>
            <a:off x="1676398" y="1646238"/>
            <a:ext cx="5102224" cy="1042035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91404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-Photo Gallery Slide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26"/>
          <p:cNvSpPr>
            <a:spLocks noGrp="1"/>
          </p:cNvSpPr>
          <p:nvPr>
            <p:ph type="pic" sz="quarter" idx="12"/>
          </p:nvPr>
        </p:nvSpPr>
        <p:spPr>
          <a:xfrm>
            <a:off x="12295717" y="1646238"/>
            <a:ext cx="10411883" cy="508372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1" name="Picture Placeholder 26"/>
          <p:cNvSpPr>
            <a:spLocks noGrp="1"/>
          </p:cNvSpPr>
          <p:nvPr>
            <p:ph type="pic" sz="quarter" idx="13"/>
          </p:nvPr>
        </p:nvSpPr>
        <p:spPr>
          <a:xfrm>
            <a:off x="1676401" y="1646238"/>
            <a:ext cx="10411883" cy="508372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2" name="Picture Placeholder 26"/>
          <p:cNvSpPr>
            <a:spLocks noGrp="1"/>
          </p:cNvSpPr>
          <p:nvPr>
            <p:ph type="pic" sz="quarter" idx="14"/>
          </p:nvPr>
        </p:nvSpPr>
        <p:spPr>
          <a:xfrm>
            <a:off x="1676401" y="6991845"/>
            <a:ext cx="6872111" cy="508372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3" name="Picture Placeholder 26"/>
          <p:cNvSpPr>
            <a:spLocks noGrp="1"/>
          </p:cNvSpPr>
          <p:nvPr>
            <p:ph type="pic" sz="quarter" idx="15"/>
          </p:nvPr>
        </p:nvSpPr>
        <p:spPr>
          <a:xfrm>
            <a:off x="15835489" y="6991845"/>
            <a:ext cx="6872111" cy="508372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4" name="Picture Placeholder 26"/>
          <p:cNvSpPr>
            <a:spLocks noGrp="1"/>
          </p:cNvSpPr>
          <p:nvPr>
            <p:ph type="pic" sz="quarter" idx="16"/>
          </p:nvPr>
        </p:nvSpPr>
        <p:spPr>
          <a:xfrm>
            <a:off x="8755945" y="6991845"/>
            <a:ext cx="6872111" cy="508372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8" name="TextBox 7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98828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-Photo Gallery Slide 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26"/>
          <p:cNvSpPr>
            <a:spLocks noGrp="1"/>
          </p:cNvSpPr>
          <p:nvPr>
            <p:ph type="pic" sz="quarter" idx="12"/>
          </p:nvPr>
        </p:nvSpPr>
        <p:spPr>
          <a:xfrm>
            <a:off x="15835488" y="1646238"/>
            <a:ext cx="6872112" cy="508372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5" name="Picture Placeholder 26"/>
          <p:cNvSpPr>
            <a:spLocks noGrp="1"/>
          </p:cNvSpPr>
          <p:nvPr>
            <p:ph type="pic" sz="quarter" idx="13"/>
          </p:nvPr>
        </p:nvSpPr>
        <p:spPr>
          <a:xfrm>
            <a:off x="8755944" y="1646238"/>
            <a:ext cx="6872112" cy="508372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6" name="Picture Placeholder 26"/>
          <p:cNvSpPr>
            <a:spLocks noGrp="1"/>
          </p:cNvSpPr>
          <p:nvPr>
            <p:ph type="pic" sz="quarter" idx="14"/>
          </p:nvPr>
        </p:nvSpPr>
        <p:spPr>
          <a:xfrm>
            <a:off x="1676401" y="1646238"/>
            <a:ext cx="6872112" cy="508372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7" name="Picture Placeholder 26"/>
          <p:cNvSpPr>
            <a:spLocks noGrp="1"/>
          </p:cNvSpPr>
          <p:nvPr>
            <p:ph type="pic" sz="quarter" idx="15"/>
          </p:nvPr>
        </p:nvSpPr>
        <p:spPr>
          <a:xfrm>
            <a:off x="15835488" y="6958873"/>
            <a:ext cx="6872112" cy="508372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8" name="Picture Placeholder 26"/>
          <p:cNvSpPr>
            <a:spLocks noGrp="1"/>
          </p:cNvSpPr>
          <p:nvPr>
            <p:ph type="pic" sz="quarter" idx="16"/>
          </p:nvPr>
        </p:nvSpPr>
        <p:spPr>
          <a:xfrm>
            <a:off x="8755944" y="6958873"/>
            <a:ext cx="6872112" cy="508372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9" name="Picture Placeholder 26"/>
          <p:cNvSpPr>
            <a:spLocks noGrp="1"/>
          </p:cNvSpPr>
          <p:nvPr>
            <p:ph type="pic" sz="quarter" idx="17"/>
          </p:nvPr>
        </p:nvSpPr>
        <p:spPr>
          <a:xfrm>
            <a:off x="1676401" y="6958873"/>
            <a:ext cx="6872112" cy="508372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9" name="TextBox 8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35015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-Photo Gallery Slide 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26"/>
          <p:cNvSpPr>
            <a:spLocks noGrp="1"/>
          </p:cNvSpPr>
          <p:nvPr>
            <p:ph type="pic" sz="quarter" idx="14"/>
          </p:nvPr>
        </p:nvSpPr>
        <p:spPr>
          <a:xfrm>
            <a:off x="1676401" y="1646238"/>
            <a:ext cx="6872112" cy="427128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0" name="Picture Placeholder 26"/>
          <p:cNvSpPr>
            <a:spLocks noGrp="1"/>
          </p:cNvSpPr>
          <p:nvPr>
            <p:ph type="pic" sz="quarter" idx="15"/>
          </p:nvPr>
        </p:nvSpPr>
        <p:spPr>
          <a:xfrm>
            <a:off x="1676401" y="6155450"/>
            <a:ext cx="6872112" cy="588867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1" name="Picture Placeholder 26"/>
          <p:cNvSpPr>
            <a:spLocks noGrp="1"/>
          </p:cNvSpPr>
          <p:nvPr>
            <p:ph type="pic" sz="quarter" idx="16"/>
          </p:nvPr>
        </p:nvSpPr>
        <p:spPr>
          <a:xfrm>
            <a:off x="15835488" y="1646236"/>
            <a:ext cx="6872112" cy="588867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2" name="Picture Placeholder 26"/>
          <p:cNvSpPr>
            <a:spLocks noGrp="1"/>
          </p:cNvSpPr>
          <p:nvPr>
            <p:ph type="pic" sz="quarter" idx="17"/>
          </p:nvPr>
        </p:nvSpPr>
        <p:spPr>
          <a:xfrm>
            <a:off x="15835488" y="7772842"/>
            <a:ext cx="6872112" cy="427128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3" name="Picture Placeholder 26"/>
          <p:cNvSpPr>
            <a:spLocks noGrp="1"/>
          </p:cNvSpPr>
          <p:nvPr>
            <p:ph type="pic" sz="quarter" idx="18"/>
          </p:nvPr>
        </p:nvSpPr>
        <p:spPr>
          <a:xfrm>
            <a:off x="8735292" y="1646236"/>
            <a:ext cx="6872112" cy="10397893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8" name="TextBox 7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65483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-Photo Gallery Slide 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26"/>
          <p:cNvSpPr>
            <a:spLocks noGrp="1"/>
          </p:cNvSpPr>
          <p:nvPr>
            <p:ph type="pic" sz="quarter" idx="14"/>
          </p:nvPr>
        </p:nvSpPr>
        <p:spPr>
          <a:xfrm>
            <a:off x="1676401" y="1646238"/>
            <a:ext cx="5102224" cy="513318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4" name="Picture Placeholder 26"/>
          <p:cNvSpPr>
            <a:spLocks noGrp="1"/>
          </p:cNvSpPr>
          <p:nvPr>
            <p:ph type="pic" sz="quarter" idx="16"/>
          </p:nvPr>
        </p:nvSpPr>
        <p:spPr>
          <a:xfrm>
            <a:off x="17605376" y="1646238"/>
            <a:ext cx="5102224" cy="513318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5" name="Picture Placeholder 26"/>
          <p:cNvSpPr>
            <a:spLocks noGrp="1"/>
          </p:cNvSpPr>
          <p:nvPr>
            <p:ph type="pic" sz="quarter" idx="17"/>
          </p:nvPr>
        </p:nvSpPr>
        <p:spPr>
          <a:xfrm>
            <a:off x="12295717" y="1646238"/>
            <a:ext cx="5102224" cy="513318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6" name="Picture Placeholder 26"/>
          <p:cNvSpPr>
            <a:spLocks noGrp="1"/>
          </p:cNvSpPr>
          <p:nvPr>
            <p:ph type="pic" sz="quarter" idx="18"/>
          </p:nvPr>
        </p:nvSpPr>
        <p:spPr>
          <a:xfrm>
            <a:off x="6986059" y="1646238"/>
            <a:ext cx="5102224" cy="513318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7" name="Picture Placeholder 26"/>
          <p:cNvSpPr>
            <a:spLocks noGrp="1"/>
          </p:cNvSpPr>
          <p:nvPr>
            <p:ph type="pic" sz="quarter" idx="19"/>
          </p:nvPr>
        </p:nvSpPr>
        <p:spPr>
          <a:xfrm>
            <a:off x="1676401" y="6933407"/>
            <a:ext cx="5102224" cy="513318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8" name="Picture Placeholder 26"/>
          <p:cNvSpPr>
            <a:spLocks noGrp="1"/>
          </p:cNvSpPr>
          <p:nvPr>
            <p:ph type="pic" sz="quarter" idx="20"/>
          </p:nvPr>
        </p:nvSpPr>
        <p:spPr>
          <a:xfrm>
            <a:off x="17605376" y="6933407"/>
            <a:ext cx="5102224" cy="513318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9" name="Picture Placeholder 26"/>
          <p:cNvSpPr>
            <a:spLocks noGrp="1"/>
          </p:cNvSpPr>
          <p:nvPr>
            <p:ph type="pic" sz="quarter" idx="21"/>
          </p:nvPr>
        </p:nvSpPr>
        <p:spPr>
          <a:xfrm>
            <a:off x="12295717" y="6933407"/>
            <a:ext cx="5102224" cy="513318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30" name="Picture Placeholder 26"/>
          <p:cNvSpPr>
            <a:spLocks noGrp="1"/>
          </p:cNvSpPr>
          <p:nvPr>
            <p:ph type="pic" sz="quarter" idx="22"/>
          </p:nvPr>
        </p:nvSpPr>
        <p:spPr>
          <a:xfrm>
            <a:off x="6986059" y="6933407"/>
            <a:ext cx="5102224" cy="513318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1" name="TextBox 10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7831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-Portfolio Sec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6"/>
          <p:cNvSpPr>
            <a:spLocks noGrp="1"/>
          </p:cNvSpPr>
          <p:nvPr userDrawn="1">
            <p:ph type="pic" sz="quarter" idx="10"/>
          </p:nvPr>
        </p:nvSpPr>
        <p:spPr>
          <a:xfrm>
            <a:off x="14464580" y="5660195"/>
            <a:ext cx="7868996" cy="493175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1" name="Picture Placeholder 26"/>
          <p:cNvSpPr>
            <a:spLocks noGrp="1"/>
          </p:cNvSpPr>
          <p:nvPr userDrawn="1">
            <p:ph type="pic" sz="quarter" idx="11"/>
          </p:nvPr>
        </p:nvSpPr>
        <p:spPr>
          <a:xfrm>
            <a:off x="11118103" y="5023564"/>
            <a:ext cx="3452330" cy="461256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FontTx/>
              <a:buNone/>
              <a:defRPr sz="20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2" name="Picture Placeholder 26"/>
          <p:cNvSpPr>
            <a:spLocks noGrp="1"/>
          </p:cNvSpPr>
          <p:nvPr userDrawn="1">
            <p:ph type="pic" sz="quarter" idx="12"/>
          </p:nvPr>
        </p:nvSpPr>
        <p:spPr>
          <a:xfrm>
            <a:off x="9967142" y="8106820"/>
            <a:ext cx="1487487" cy="2631505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FontTx/>
              <a:buNone/>
              <a:defRPr sz="20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16784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-Mobile App in The Ha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16846551" y="2578101"/>
            <a:ext cx="3177116" cy="5607050"/>
          </a:xfrm>
          <a:prstGeom prst="rect">
            <a:avLst/>
          </a:prstGeom>
          <a:ln w="19050">
            <a:solidFill>
              <a:schemeClr val="accent1"/>
            </a:solidFill>
          </a:ln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5" name="TextBox 4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bg1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bg1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  <p:sp>
        <p:nvSpPr>
          <p:cNvPr id="4" name="TextBox 10"/>
          <p:cNvSpPr txBox="1"/>
          <p:nvPr userDrawn="1"/>
        </p:nvSpPr>
        <p:spPr>
          <a:xfrm>
            <a:off x="481263" y="68103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385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-Project Showcas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  <p:sp>
        <p:nvSpPr>
          <p:cNvPr id="6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6847909" y="4374834"/>
            <a:ext cx="10688251" cy="670464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0182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-App Feature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  <p:sp>
        <p:nvSpPr>
          <p:cNvPr id="5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2366433" y="2927350"/>
            <a:ext cx="4444999" cy="78613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1973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-App in Watch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10414002" y="4572000"/>
            <a:ext cx="3718558" cy="465751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5" name="TextBox 4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37391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9-App Design Mockup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10020301" y="2929467"/>
            <a:ext cx="4444999" cy="78613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5" name="TextBox 4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70640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0-Portfolio in Macboo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3623446" y="3017672"/>
            <a:ext cx="11057753" cy="692642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6" name="TextBox 5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21374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1-Macbook &amp; iPhone Mockup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-1460500" y="3395133"/>
            <a:ext cx="10024533" cy="625686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8" name="Picture Placeholder 26"/>
          <p:cNvSpPr>
            <a:spLocks noGrp="1"/>
          </p:cNvSpPr>
          <p:nvPr>
            <p:ph type="pic" sz="quarter" idx="11"/>
          </p:nvPr>
        </p:nvSpPr>
        <p:spPr>
          <a:xfrm>
            <a:off x="7736177" y="6424082"/>
            <a:ext cx="3270490" cy="578485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6463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2-Web Design &amp; Developm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6"/>
          <p:cNvSpPr>
            <a:spLocks noGrp="1"/>
          </p:cNvSpPr>
          <p:nvPr userDrawn="1">
            <p:ph type="pic" sz="quarter" idx="10"/>
          </p:nvPr>
        </p:nvSpPr>
        <p:spPr>
          <a:xfrm>
            <a:off x="14291326" y="2840682"/>
            <a:ext cx="7868996" cy="493175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1" name="Picture Placeholder 26"/>
          <p:cNvSpPr>
            <a:spLocks noGrp="1"/>
          </p:cNvSpPr>
          <p:nvPr userDrawn="1">
            <p:ph type="pic" sz="quarter" idx="11"/>
          </p:nvPr>
        </p:nvSpPr>
        <p:spPr>
          <a:xfrm>
            <a:off x="13159194" y="5839572"/>
            <a:ext cx="3452330" cy="461256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FontTx/>
              <a:buNone/>
              <a:defRPr sz="20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2" name="Picture Placeholder 26"/>
          <p:cNvSpPr>
            <a:spLocks noGrp="1"/>
          </p:cNvSpPr>
          <p:nvPr userDrawn="1">
            <p:ph type="pic" sz="quarter" idx="12"/>
          </p:nvPr>
        </p:nvSpPr>
        <p:spPr>
          <a:xfrm>
            <a:off x="12012678" y="8920766"/>
            <a:ext cx="1487487" cy="2631505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FontTx/>
              <a:buNone/>
              <a:defRPr sz="20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36162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3-Portfolio in iMac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11440160" y="2557432"/>
            <a:ext cx="10480040" cy="631351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1876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4-Portfolio in iPhone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8513233" y="6081183"/>
            <a:ext cx="3490384" cy="618913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3" name="Picture Placeholder 26"/>
          <p:cNvSpPr>
            <a:spLocks noGrp="1"/>
          </p:cNvSpPr>
          <p:nvPr>
            <p:ph type="pic" sz="quarter" idx="11"/>
          </p:nvPr>
        </p:nvSpPr>
        <p:spPr>
          <a:xfrm>
            <a:off x="13686084" y="4366683"/>
            <a:ext cx="3490384" cy="618913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7" name="Picture Placeholder 26"/>
          <p:cNvSpPr>
            <a:spLocks noGrp="1"/>
          </p:cNvSpPr>
          <p:nvPr>
            <p:ph type="pic" sz="quarter" idx="12"/>
          </p:nvPr>
        </p:nvSpPr>
        <p:spPr>
          <a:xfrm>
            <a:off x="18722109" y="2652183"/>
            <a:ext cx="3490384" cy="618913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2"/>
                </a:solidFill>
                <a:latin typeface="Montserrat Light" panose="000004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9" name="TextBox 8"/>
          <p:cNvSpPr txBox="1"/>
          <p:nvPr userDrawn="1"/>
        </p:nvSpPr>
        <p:spPr>
          <a:xfrm>
            <a:off x="328863" y="6657945"/>
            <a:ext cx="845419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3000"/>
              </a:spcAft>
            </a:pPr>
            <a:fld id="{A9B80724-4D91-4673-9A0E-25EB49A8E810}" type="slidenum">
              <a:rPr lang="en-US" sz="2600" b="1" smtClean="0">
                <a:solidFill>
                  <a:schemeClr val="accent6"/>
                </a:solidFill>
                <a:latin typeface="Montserrat SemiBold" panose="00000700000000000000" pitchFamily="50" charset="0"/>
                <a:cs typeface="Poppins" panose="02000000000000000000" pitchFamily="2" charset="0"/>
              </a:rPr>
              <a:pPr algn="ctr">
                <a:lnSpc>
                  <a:spcPct val="100000"/>
                </a:lnSpc>
                <a:spcAft>
                  <a:spcPts val="3000"/>
                </a:spcAft>
              </a:pPr>
              <a:t>‹#›</a:t>
            </a:fld>
            <a:endParaRPr lang="en-US" sz="2600" b="1" dirty="0">
              <a:solidFill>
                <a:schemeClr val="accent6"/>
              </a:solidFill>
              <a:latin typeface="Montserrat SemiBold" panose="000007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66563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extLst>
    <p:ext uri="{DCECCB84-F9BA-43D5-87BE-67443E8EF086}">
      <p15:sldGuideLst xmlns:p15="http://schemas.microsoft.com/office/powerpoint/2012/main">
        <p15:guide id="2" pos="1430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rostokąt 9"/>
          <p:cNvSpPr/>
          <p:nvPr userDrawn="1"/>
        </p:nvSpPr>
        <p:spPr>
          <a:xfrm>
            <a:off x="0" y="12079288"/>
            <a:ext cx="24384000" cy="16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9" name="pole tekstowe 18"/>
          <p:cNvSpPr txBox="1"/>
          <p:nvPr userDrawn="1"/>
        </p:nvSpPr>
        <p:spPr>
          <a:xfrm>
            <a:off x="16836424" y="12612289"/>
            <a:ext cx="709863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800" spc="600" dirty="0">
                <a:solidFill>
                  <a:srgbClr val="154C8E"/>
                </a:solidFill>
                <a:latin typeface="Barlow SCK SemiBold" panose="00000706000000000000" pitchFamily="50" charset="-18"/>
              </a:rPr>
              <a:t>CURABITUR</a:t>
            </a:r>
            <a:r>
              <a:rPr lang="pl-PL" sz="3000" spc="600" dirty="0">
                <a:solidFill>
                  <a:srgbClr val="154C8E"/>
                </a:solidFill>
                <a:latin typeface="Barlow SCK SemiBold" panose="00000706000000000000" pitchFamily="50" charset="-18"/>
              </a:rPr>
              <a:t> PULVINAR QUAM</a:t>
            </a:r>
          </a:p>
        </p:txBody>
      </p:sp>
      <p:pic>
        <p:nvPicPr>
          <p:cNvPr id="17" name="Obraz 16"/>
          <p:cNvPicPr>
            <a:picLocks noChangeAspect="1"/>
          </p:cNvPicPr>
          <p:nvPr userDrawn="1"/>
        </p:nvPicPr>
        <p:blipFill>
          <a:blip r:embed="rId4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3226" y="12272895"/>
            <a:ext cx="3334313" cy="1232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570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709" r:id="rId2"/>
    <p:sldLayoutId id="2147483710" r:id="rId3"/>
    <p:sldLayoutId id="2147483682" r:id="rId4"/>
    <p:sldLayoutId id="2147483691" r:id="rId5"/>
    <p:sldLayoutId id="2147483693" r:id="rId6"/>
    <p:sldLayoutId id="2147483713" r:id="rId7"/>
    <p:sldLayoutId id="2147483714" r:id="rId8"/>
    <p:sldLayoutId id="2147483715" r:id="rId9"/>
    <p:sldLayoutId id="2147483730" r:id="rId10"/>
    <p:sldLayoutId id="2147483707" r:id="rId11"/>
    <p:sldLayoutId id="2147483705" r:id="rId12"/>
    <p:sldLayoutId id="2147483712" r:id="rId13"/>
    <p:sldLayoutId id="2147483706" r:id="rId14"/>
    <p:sldLayoutId id="2147483719" r:id="rId15"/>
    <p:sldLayoutId id="2147483716" r:id="rId16"/>
    <p:sldLayoutId id="2147483718" r:id="rId17"/>
    <p:sldLayoutId id="2147483708" r:id="rId18"/>
    <p:sldLayoutId id="2147483692" r:id="rId19"/>
    <p:sldLayoutId id="2147483690" r:id="rId20"/>
    <p:sldLayoutId id="2147483686" r:id="rId21"/>
    <p:sldLayoutId id="2147483720" r:id="rId22"/>
    <p:sldLayoutId id="2147483685" r:id="rId23"/>
    <p:sldLayoutId id="2147483684" r:id="rId24"/>
    <p:sldLayoutId id="2147483689" r:id="rId25"/>
    <p:sldLayoutId id="2147483722" r:id="rId26"/>
    <p:sldLayoutId id="2147483723" r:id="rId27"/>
    <p:sldLayoutId id="2147483721" r:id="rId28"/>
    <p:sldLayoutId id="2147483725" r:id="rId29"/>
    <p:sldLayoutId id="2147483724" r:id="rId30"/>
    <p:sldLayoutId id="2147483726" r:id="rId31"/>
    <p:sldLayoutId id="2147483727" r:id="rId32"/>
    <p:sldLayoutId id="2147483728" r:id="rId33"/>
    <p:sldLayoutId id="2147483729" r:id="rId34"/>
    <p:sldLayoutId id="2147483697" r:id="rId35"/>
    <p:sldLayoutId id="2147483704" r:id="rId36"/>
    <p:sldLayoutId id="2147483702" r:id="rId37"/>
    <p:sldLayoutId id="2147483701" r:id="rId38"/>
    <p:sldLayoutId id="2147483700" r:id="rId39"/>
    <p:sldLayoutId id="2147483699" r:id="rId40"/>
    <p:sldLayoutId id="2147483694" r:id="rId41"/>
    <p:sldLayoutId id="2147483698" r:id="rId42"/>
    <p:sldLayoutId id="2147483717" r:id="rId43"/>
    <p:sldLayoutId id="2147483695" r:id="rId44"/>
    <p:sldLayoutId id="2147483696" r:id="rId45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0">
          <p15:clr>
            <a:srgbClr val="F26B43"/>
          </p15:clr>
        </p15:guide>
        <p15:guide id="2" pos="7680">
          <p15:clr>
            <a:srgbClr val="F26B43"/>
          </p15:clr>
        </p15:guide>
        <p15:guide id="3" orient="horz" pos="1031">
          <p15:clr>
            <a:srgbClr val="F26B43"/>
          </p15:clr>
        </p15:guide>
        <p15:guide id="4" pos="1012">
          <p15:clr>
            <a:srgbClr val="F26B43"/>
          </p15:clr>
        </p15:guide>
        <p15:guide id="5" pos="14348">
          <p15:clr>
            <a:srgbClr val="F26B43"/>
          </p15:clr>
        </p15:guide>
        <p15:guide id="6" orient="horz" pos="6588">
          <p15:clr>
            <a:srgbClr val="F26B43"/>
          </p15:clr>
        </p15:guide>
        <p15:guide id="7" orient="horz" pos="760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Symbol zastępczy obrazu 12">
            <a:extLst>
              <a:ext uri="{FF2B5EF4-FFF2-40B4-BE49-F238E27FC236}">
                <a16:creationId xmlns:a16="http://schemas.microsoft.com/office/drawing/2014/main" id="{4D5C726F-B055-4C9F-91E9-F8EA34FA2B3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24384000" cy="13716000"/>
          </a:xfrm>
        </p:spPr>
      </p:pic>
      <p:sp>
        <p:nvSpPr>
          <p:cNvPr id="4" name="TextBox 3"/>
          <p:cNvSpPr txBox="1"/>
          <p:nvPr/>
        </p:nvSpPr>
        <p:spPr>
          <a:xfrm>
            <a:off x="2681036" y="6858000"/>
            <a:ext cx="19021928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pl-PL" sz="7200" b="1" cap="all" dirty="0">
                <a:solidFill>
                  <a:schemeClr val="bg1"/>
                </a:solidFill>
                <a:cs typeface="Poppins SemiBold" panose="02000000000000000000" pitchFamily="2" charset="0"/>
              </a:rPr>
              <a:t>Projekt SK</a:t>
            </a:r>
            <a:endParaRPr lang="en-US" sz="7200" b="1" cap="all" dirty="0">
              <a:solidFill>
                <a:schemeClr val="bg1"/>
              </a:solidFill>
              <a:cs typeface="Poppins SemiBold" panose="02000000000000000000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7676395" y="11407541"/>
            <a:ext cx="6100011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pl-PL" b="1" spc="600" dirty="0">
                <a:solidFill>
                  <a:schemeClr val="bg1"/>
                </a:solidFill>
                <a:cs typeface="Poppins SemiBold" panose="02000000000000000000" pitchFamily="2" charset="0"/>
              </a:rPr>
              <a:t>Martin Walldorf</a:t>
            </a:r>
            <a:endParaRPr lang="en-US" b="1" spc="600" dirty="0">
              <a:solidFill>
                <a:schemeClr val="bg1"/>
              </a:solidFill>
              <a:cs typeface="Poppins SemiBold" panose="02000000000000000000" pitchFamily="2" charset="0"/>
            </a:endParaRPr>
          </a:p>
        </p:txBody>
      </p:sp>
      <p:cxnSp>
        <p:nvCxnSpPr>
          <p:cNvPr id="16" name="Straight Connector 6"/>
          <p:cNvCxnSpPr/>
          <p:nvPr/>
        </p:nvCxnSpPr>
        <p:spPr>
          <a:xfrm flipH="1">
            <a:off x="11354594" y="12233228"/>
            <a:ext cx="1674813" cy="0"/>
          </a:xfrm>
          <a:prstGeom prst="line">
            <a:avLst/>
          </a:prstGeom>
          <a:ln w="76200">
            <a:solidFill>
              <a:srgbClr val="FBB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Obraz 9">
            <a:extLst>
              <a:ext uri="{FF2B5EF4-FFF2-40B4-BE49-F238E27FC236}">
                <a16:creationId xmlns:a16="http://schemas.microsoft.com/office/drawing/2014/main" id="{065E7305-FB91-40B5-9D83-F8D3F4EF16F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7397" y="933854"/>
            <a:ext cx="4133705" cy="5315556"/>
          </a:xfrm>
          <a:prstGeom prst="rect">
            <a:avLst/>
          </a:prstGeom>
        </p:spPr>
      </p:pic>
      <p:pic>
        <p:nvPicPr>
          <p:cNvPr id="11" name="Obraz 10">
            <a:extLst>
              <a:ext uri="{FF2B5EF4-FFF2-40B4-BE49-F238E27FC236}">
                <a16:creationId xmlns:a16="http://schemas.microsoft.com/office/drawing/2014/main" id="{5F4822F7-64E1-4D53-92A2-18353B6F31C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59412" y="1365337"/>
            <a:ext cx="3095537" cy="4472109"/>
          </a:xfrm>
          <a:prstGeom prst="rect">
            <a:avLst/>
          </a:prstGeom>
        </p:spPr>
      </p:pic>
      <p:sp>
        <p:nvSpPr>
          <p:cNvPr id="2" name="TextBox 8">
            <a:extLst>
              <a:ext uri="{FF2B5EF4-FFF2-40B4-BE49-F238E27FC236}">
                <a16:creationId xmlns:a16="http://schemas.microsoft.com/office/drawing/2014/main" id="{296EB619-543E-AE82-21CB-1F56B9914F52}"/>
              </a:ext>
            </a:extLst>
          </p:cNvPr>
          <p:cNvSpPr txBox="1"/>
          <p:nvPr/>
        </p:nvSpPr>
        <p:spPr>
          <a:xfrm>
            <a:off x="8870073" y="9538378"/>
            <a:ext cx="6643853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pl-PL" b="1" spc="600" dirty="0">
                <a:solidFill>
                  <a:schemeClr val="bg1"/>
                </a:solidFill>
                <a:cs typeface="Poppins SemiBold" panose="02000000000000000000" pitchFamily="2" charset="0"/>
              </a:rPr>
              <a:t>II Spotkanie seminaryjne</a:t>
            </a:r>
            <a:endParaRPr lang="en-US" b="1" spc="600" dirty="0">
              <a:solidFill>
                <a:schemeClr val="bg1"/>
              </a:solidFill>
              <a:cs typeface="Poppins SemiBol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3750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H="1">
            <a:off x="0" y="3135631"/>
            <a:ext cx="1674813" cy="0"/>
          </a:xfrm>
          <a:prstGeom prst="line">
            <a:avLst/>
          </a:prstGeom>
          <a:ln w="76200">
            <a:solidFill>
              <a:srgbClr val="FBB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pole tekstowe 5">
            <a:extLst>
              <a:ext uri="{FF2B5EF4-FFF2-40B4-BE49-F238E27FC236}">
                <a16:creationId xmlns:a16="http://schemas.microsoft.com/office/drawing/2014/main" id="{C786274E-D2B2-6DA9-394C-F8F4B4BFEF47}"/>
              </a:ext>
            </a:extLst>
          </p:cNvPr>
          <p:cNvSpPr txBox="1"/>
          <p:nvPr/>
        </p:nvSpPr>
        <p:spPr>
          <a:xfrm>
            <a:off x="8947009" y="1327488"/>
            <a:ext cx="648998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6000" dirty="0">
                <a:solidFill>
                  <a:schemeClr val="bg1"/>
                </a:solidFill>
              </a:rPr>
              <a:t>Pierwsze uchybienie</a:t>
            </a: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D0B4F3CC-1DBD-FC9C-433F-3FA5D39945B6}"/>
              </a:ext>
            </a:extLst>
          </p:cNvPr>
          <p:cNvSpPr txBox="1"/>
          <p:nvPr/>
        </p:nvSpPr>
        <p:spPr>
          <a:xfrm>
            <a:off x="2292591" y="3162302"/>
            <a:ext cx="2058010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</a:rPr>
              <a:t>Ustawienia nastaw regulatora PID – członu proporcjonalnego, całkującego i różniczkującego oraz składowe regulatora – amplituda, stała, okres i wypełnienie były usuwane po naciśnięciu przycisku „RESET”.</a:t>
            </a:r>
          </a:p>
        </p:txBody>
      </p:sp>
    </p:spTree>
    <p:extLst>
      <p:ext uri="{BB962C8B-B14F-4D97-AF65-F5344CB8AC3E}">
        <p14:creationId xmlns:p14="http://schemas.microsoft.com/office/powerpoint/2010/main" val="2991750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CC23C2-D5BE-A297-61A5-8744DADE6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EDE6287-5B1E-55DC-3A33-B674B7973C32}"/>
              </a:ext>
            </a:extLst>
          </p:cNvPr>
          <p:cNvCxnSpPr/>
          <p:nvPr/>
        </p:nvCxnSpPr>
        <p:spPr>
          <a:xfrm flipH="1">
            <a:off x="0" y="3135631"/>
            <a:ext cx="1674813" cy="0"/>
          </a:xfrm>
          <a:prstGeom prst="line">
            <a:avLst/>
          </a:prstGeom>
          <a:ln w="76200">
            <a:solidFill>
              <a:srgbClr val="FBB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pole tekstowe 5">
            <a:extLst>
              <a:ext uri="{FF2B5EF4-FFF2-40B4-BE49-F238E27FC236}">
                <a16:creationId xmlns:a16="http://schemas.microsoft.com/office/drawing/2014/main" id="{2D9700E9-5C40-6C2C-9945-95DBB62D9B5B}"/>
              </a:ext>
            </a:extLst>
          </p:cNvPr>
          <p:cNvSpPr txBox="1"/>
          <p:nvPr/>
        </p:nvSpPr>
        <p:spPr>
          <a:xfrm>
            <a:off x="9106953" y="757389"/>
            <a:ext cx="617008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6000" dirty="0">
                <a:solidFill>
                  <a:schemeClr val="bg1"/>
                </a:solidFill>
              </a:rPr>
              <a:t>Pierwsza poprawka</a:t>
            </a:r>
          </a:p>
        </p:txBody>
      </p:sp>
      <p:pic>
        <p:nvPicPr>
          <p:cNvPr id="3" name="Obraz 2">
            <a:extLst>
              <a:ext uri="{FF2B5EF4-FFF2-40B4-BE49-F238E27FC236}">
                <a16:creationId xmlns:a16="http://schemas.microsoft.com/office/drawing/2014/main" id="{164E28D9-71EB-7484-8FEE-65EAFAEFD7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0049" y="2411811"/>
            <a:ext cx="12483897" cy="8892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947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90AD5A-6E5F-75B2-6AFE-02BA76252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1F5B5A4-1495-A516-19A6-EF280B210037}"/>
              </a:ext>
            </a:extLst>
          </p:cNvPr>
          <p:cNvCxnSpPr/>
          <p:nvPr/>
        </p:nvCxnSpPr>
        <p:spPr>
          <a:xfrm flipH="1">
            <a:off x="0" y="3135631"/>
            <a:ext cx="1674813" cy="0"/>
          </a:xfrm>
          <a:prstGeom prst="line">
            <a:avLst/>
          </a:prstGeom>
          <a:ln w="76200">
            <a:solidFill>
              <a:srgbClr val="FBB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pole tekstowe 5">
            <a:extLst>
              <a:ext uri="{FF2B5EF4-FFF2-40B4-BE49-F238E27FC236}">
                <a16:creationId xmlns:a16="http://schemas.microsoft.com/office/drawing/2014/main" id="{B1016AD9-3A0A-E243-11C7-AA9E9181E535}"/>
              </a:ext>
            </a:extLst>
          </p:cNvPr>
          <p:cNvSpPr txBox="1"/>
          <p:nvPr/>
        </p:nvSpPr>
        <p:spPr>
          <a:xfrm>
            <a:off x="9282325" y="692488"/>
            <a:ext cx="581935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6000" dirty="0">
                <a:solidFill>
                  <a:schemeClr val="bg1"/>
                </a:solidFill>
              </a:rPr>
              <a:t>Drugie uchybienie</a:t>
            </a: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44D23DB4-18C5-17F3-BC21-080068E9E1AE}"/>
              </a:ext>
            </a:extLst>
          </p:cNvPr>
          <p:cNvSpPr txBox="1"/>
          <p:nvPr/>
        </p:nvSpPr>
        <p:spPr>
          <a:xfrm>
            <a:off x="1958750" y="3135631"/>
            <a:ext cx="2077588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</a:rPr>
              <a:t>Wartość okresu symulacji była wyrażona w próbkach symulacji, a nie w sekundach.</a:t>
            </a:r>
          </a:p>
        </p:txBody>
      </p:sp>
    </p:spTree>
    <p:extLst>
      <p:ext uri="{BB962C8B-B14F-4D97-AF65-F5344CB8AC3E}">
        <p14:creationId xmlns:p14="http://schemas.microsoft.com/office/powerpoint/2010/main" val="737690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81F2CF-7B94-13CF-97CE-D5163041F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9D15D0F-6EBA-738B-8854-3E445249906F}"/>
              </a:ext>
            </a:extLst>
          </p:cNvPr>
          <p:cNvCxnSpPr/>
          <p:nvPr/>
        </p:nvCxnSpPr>
        <p:spPr>
          <a:xfrm flipH="1">
            <a:off x="0" y="3135631"/>
            <a:ext cx="1674813" cy="0"/>
          </a:xfrm>
          <a:prstGeom prst="line">
            <a:avLst/>
          </a:prstGeom>
          <a:ln w="76200">
            <a:solidFill>
              <a:srgbClr val="FBB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pole tekstowe 5">
            <a:extLst>
              <a:ext uri="{FF2B5EF4-FFF2-40B4-BE49-F238E27FC236}">
                <a16:creationId xmlns:a16="http://schemas.microsoft.com/office/drawing/2014/main" id="{C9BC803C-54B6-994A-AFC4-3937EAF0DC6D}"/>
              </a:ext>
            </a:extLst>
          </p:cNvPr>
          <p:cNvSpPr txBox="1"/>
          <p:nvPr/>
        </p:nvSpPr>
        <p:spPr>
          <a:xfrm>
            <a:off x="9539863" y="799168"/>
            <a:ext cx="530427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6000" dirty="0">
                <a:solidFill>
                  <a:schemeClr val="bg1"/>
                </a:solidFill>
              </a:rPr>
              <a:t>Druga poprawka</a:t>
            </a:r>
          </a:p>
        </p:txBody>
      </p:sp>
      <p:pic>
        <p:nvPicPr>
          <p:cNvPr id="3" name="Obraz 2">
            <a:extLst>
              <a:ext uri="{FF2B5EF4-FFF2-40B4-BE49-F238E27FC236}">
                <a16:creationId xmlns:a16="http://schemas.microsoft.com/office/drawing/2014/main" id="{308A3D94-D232-151E-50D7-E25C7C63A2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9512" y="3612651"/>
            <a:ext cx="13564976" cy="1895263"/>
          </a:xfrm>
          <a:prstGeom prst="rect">
            <a:avLst/>
          </a:prstGeom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47659221-6373-7C80-232C-5F8A8A08D2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6996" y="6858000"/>
            <a:ext cx="19850007" cy="1399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12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58AA7-BB66-D447-1416-EF266F1CE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Symbol zastępczy obrazu 12">
            <a:extLst>
              <a:ext uri="{FF2B5EF4-FFF2-40B4-BE49-F238E27FC236}">
                <a16:creationId xmlns:a16="http://schemas.microsoft.com/office/drawing/2014/main" id="{7C9617E4-A284-16E6-9BE3-E5C919FA107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24384000" cy="13716000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2D8E338-C415-3A6F-4F67-5C85EDEC7F50}"/>
              </a:ext>
            </a:extLst>
          </p:cNvPr>
          <p:cNvSpPr txBox="1"/>
          <p:nvPr/>
        </p:nvSpPr>
        <p:spPr>
          <a:xfrm>
            <a:off x="2681036" y="6858000"/>
            <a:ext cx="19021928" cy="169277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pl-PL" sz="11000" b="1" cap="all" dirty="0">
                <a:solidFill>
                  <a:schemeClr val="bg1"/>
                </a:solidFill>
                <a:cs typeface="Poppins SemiBold" panose="02000000000000000000" pitchFamily="2" charset="0"/>
              </a:rPr>
              <a:t>Dziękuje za uwagę</a:t>
            </a:r>
            <a:endParaRPr lang="en-US" sz="11000" b="1" cap="all" dirty="0">
              <a:solidFill>
                <a:schemeClr val="bg1"/>
              </a:solidFill>
              <a:cs typeface="Poppins SemiBold" panose="020000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32F8CC-67D7-6F8D-617D-D37B3C3C7307}"/>
              </a:ext>
            </a:extLst>
          </p:cNvPr>
          <p:cNvSpPr txBox="1"/>
          <p:nvPr/>
        </p:nvSpPr>
        <p:spPr>
          <a:xfrm>
            <a:off x="18283989" y="11956229"/>
            <a:ext cx="6100011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pl-PL" b="1" spc="600" dirty="0">
                <a:solidFill>
                  <a:schemeClr val="bg1"/>
                </a:solidFill>
                <a:cs typeface="Poppins SemiBold" panose="02000000000000000000" pitchFamily="2" charset="0"/>
              </a:rPr>
              <a:t>Martin Walldorf</a:t>
            </a:r>
            <a:endParaRPr lang="en-US" b="1" spc="600" dirty="0">
              <a:solidFill>
                <a:schemeClr val="bg1"/>
              </a:solidFill>
              <a:cs typeface="Poppins SemiBold" panose="02000000000000000000" pitchFamily="2" charset="0"/>
            </a:endParaRPr>
          </a:p>
        </p:txBody>
      </p:sp>
      <p:cxnSp>
        <p:nvCxnSpPr>
          <p:cNvPr id="16" name="Straight Connector 6">
            <a:extLst>
              <a:ext uri="{FF2B5EF4-FFF2-40B4-BE49-F238E27FC236}">
                <a16:creationId xmlns:a16="http://schemas.microsoft.com/office/drawing/2014/main" id="{D73D4146-EBCB-C6EF-1985-3E93AAC55885}"/>
              </a:ext>
            </a:extLst>
          </p:cNvPr>
          <p:cNvCxnSpPr/>
          <p:nvPr/>
        </p:nvCxnSpPr>
        <p:spPr>
          <a:xfrm flipH="1">
            <a:off x="11354594" y="12233228"/>
            <a:ext cx="1674813" cy="0"/>
          </a:xfrm>
          <a:prstGeom prst="line">
            <a:avLst/>
          </a:prstGeom>
          <a:ln w="76200">
            <a:solidFill>
              <a:srgbClr val="FBB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Obraz 9">
            <a:extLst>
              <a:ext uri="{FF2B5EF4-FFF2-40B4-BE49-F238E27FC236}">
                <a16:creationId xmlns:a16="http://schemas.microsoft.com/office/drawing/2014/main" id="{8546A792-ABC7-89EC-378F-62B7E2297CD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7397" y="933854"/>
            <a:ext cx="4133705" cy="5315556"/>
          </a:xfrm>
          <a:prstGeom prst="rect">
            <a:avLst/>
          </a:prstGeom>
        </p:spPr>
      </p:pic>
      <p:pic>
        <p:nvPicPr>
          <p:cNvPr id="11" name="Obraz 10">
            <a:extLst>
              <a:ext uri="{FF2B5EF4-FFF2-40B4-BE49-F238E27FC236}">
                <a16:creationId xmlns:a16="http://schemas.microsoft.com/office/drawing/2014/main" id="{EB1E6202-7D49-E077-88A7-95236201B85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59412" y="1365337"/>
            <a:ext cx="3095537" cy="4472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453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ysClr val="window" lastClr="FFFFFF"/>
      </a:lt1>
      <a:dk2>
        <a:srgbClr val="000000"/>
      </a:dk2>
      <a:lt2>
        <a:srgbClr val="E4E6E8"/>
      </a:lt2>
      <a:accent1>
        <a:srgbClr val="000000"/>
      </a:accent1>
      <a:accent2>
        <a:srgbClr val="7F7F7F"/>
      </a:accent2>
      <a:accent3>
        <a:srgbClr val="A7A7A7"/>
      </a:accent3>
      <a:accent4>
        <a:srgbClr val="000000"/>
      </a:accent4>
      <a:accent5>
        <a:srgbClr val="7F7F7F"/>
      </a:accent5>
      <a:accent6>
        <a:srgbClr val="DCDDDE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TM04033921[[fn=Damaszek]]</Template>
  <TotalTime>4942</TotalTime>
  <Words>100</Words>
  <Application>Microsoft Office PowerPoint</Application>
  <PresentationFormat>Niestandardowy</PresentationFormat>
  <Paragraphs>15</Paragraphs>
  <Slides>6</Slides>
  <Notes>2</Notes>
  <HiddenSlides>0</HiddenSlides>
  <MMClips>0</MMClips>
  <ScaleCrop>false</ScaleCrop>
  <HeadingPairs>
    <vt:vector size="6" baseType="variant">
      <vt:variant>
        <vt:lpstr>Używane czcionki</vt:lpstr>
      </vt:variant>
      <vt:variant>
        <vt:i4>6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6</vt:i4>
      </vt:variant>
    </vt:vector>
  </HeadingPairs>
  <TitlesOfParts>
    <vt:vector size="13" baseType="lpstr">
      <vt:lpstr>Arial</vt:lpstr>
      <vt:lpstr>Barlow SCK SemiBold</vt:lpstr>
      <vt:lpstr>Calibri</vt:lpstr>
      <vt:lpstr>Montserrat Light</vt:lpstr>
      <vt:lpstr>Montserrat SemiBold</vt:lpstr>
      <vt:lpstr>Poppins SemiBold</vt:lpstr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>JafarDesigns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JafarDesigns</dc:creator>
  <cp:lastModifiedBy>Martin Walldorf (mw305420)</cp:lastModifiedBy>
  <cp:revision>916</cp:revision>
  <dcterms:created xsi:type="dcterms:W3CDTF">2016-06-20T18:47:00Z</dcterms:created>
  <dcterms:modified xsi:type="dcterms:W3CDTF">2026-04-21T17:16:41Z</dcterms:modified>
</cp:coreProperties>
</file>